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1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A0BAE6-029C-C637-200E-FA4845722A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F172D00-C19D-4CC3-66C9-E81CF7227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4CBC81-390E-C263-CC5D-FEE93ECA6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DFC8DE7-D33A-A187-3D0C-57C1CCEC3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C181D4F-AF70-968C-973C-C2F96C0EC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4938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32C23B-E3B9-0789-F7FC-1D0647A0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E46210-EA1F-77BA-7CCC-1BAA76F6B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008AB12-FDD5-ED6B-F235-2875FB3BC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603789-0BE5-A0A2-88CA-6DA925486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E4D1DBE-9FCC-7652-4E5A-6AF0BCC0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154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6881B7-787D-45E0-199B-69BD49F42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F8D1CAE-E950-6705-1F67-9BD5E77968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6C4FB5-7BFB-55C1-92EB-E415AF717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A36774-462C-44E5-BD98-17CB2A5C2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DED103A-C132-D2B1-0464-D3C4510D7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5481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11D81A-E4F4-D677-3CB1-C1C8C0463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129FF5-8B39-D682-3A4B-9B0428B603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59AC10B-F5CE-703D-C141-7EA6D66C5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4C2E251-24B4-2035-0A2B-E69296520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ADA6CBA-3949-57C6-9ED7-85DD119A5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B3893B8-54A5-FBA1-3100-EF7B2ABE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148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6D937A-D0DC-3E4A-BE5E-C3593CF1C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9292E03-7402-A864-6473-53D9779C20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30606EE-7458-FDEA-A2C3-9A70C273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C36163BE-8B3D-2177-E4B9-ADDC20158B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C6AA9E2-D63D-2F3F-C71F-AFD7A4FE38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DA082F9A-C30A-4936-4D09-C6418928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235DF70-3C49-0550-6267-25C5EED2D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11E26F9-D66B-228A-E552-CBAEF5CD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8977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474710-F69C-34F4-6D08-B02B11674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2DF4094-F380-88A5-8A57-DBC707158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AACF0B7-5CC2-EC0E-C0B8-95C428069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B3ED7CD-F71A-E756-1401-5E1CD3DC4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0511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E4398E4-F33B-916C-B98B-7897BBD78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89A9000-FA8C-E1C1-59AD-5E5A2A582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ECD8D22-0736-672A-A548-94FB5D456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0245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8351CC-A1A9-6420-5E1C-FBBA35413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CF11D5-CF73-BF0E-BEFE-385761B8A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C5B9A3F-6B0A-133F-98E3-610F785292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A203E03-0F1E-C61C-6280-300283D54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FBAF399-2E5B-634B-B80F-6201D9D22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6A4A711-56A3-7D88-9CA1-0122099D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98203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F3D2B9-61DD-5E1A-072F-4FC83F716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AFEC0A8-2BC6-AB50-70F3-9E4DF1FEE9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57BFAB9-C4DB-AEDE-1BA0-E7CD6B46A2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332BA00-C3CE-2B3C-39C4-02789AE01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6BE7D5F-8A21-1F27-BF8C-D9BD8CB2F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C258BF-0F4A-F418-FC3B-03441CA61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9491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5B69C9-1E8B-C28E-48B8-EC44CCE66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468993D-31C2-2BE3-6AF3-806109259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518E73-22C2-E0D0-5599-6DA9BF83A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14162F9-E507-C092-1916-94A1B8161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0E4643-B49D-6B37-79B5-DC6B1A549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0596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DBACC3B-9AD1-442D-5F79-45641468E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0EFC36B-D9C9-B918-8064-405AF33E85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43D2A58-64B0-6B5E-89F4-6A2D4CE74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E67D57-BCDF-4885-F096-A37F96EA1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1D71C6-CDDC-DE31-F826-6A4DD2D70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0877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F03B134-EFD3-88EA-AD32-3727B332F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EB9E528-BE15-3411-6C50-7977076F82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C1B78C5-4051-9695-16FA-2CEF574380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16AC0A-F303-42D8-B4CD-3FE8AA5F7474}" type="datetimeFigureOut">
              <a:rPr lang="zh-TW" altLang="en-US" smtClean="0"/>
              <a:t>2026/1/18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36850F-CFBA-60AB-7AE1-0F3404C96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57641E-B7F2-D673-4050-B2558660B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169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C019E-B3D4-B0A8-7A01-CE299E93A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254834BC-7BEC-CF13-F834-79688BC5F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22" y="1176023"/>
            <a:ext cx="5772956" cy="4505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051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28CD3-FB6A-AF69-5671-F97D73B47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0218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8EE82-9A6B-037F-D320-44DF93882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015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0</Words>
  <Application>Microsoft Office PowerPoint</Application>
  <PresentationFormat>寬螢幕</PresentationFormat>
  <Paragraphs>0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博文 蕭</dc:creator>
  <cp:lastModifiedBy>博文 蕭</cp:lastModifiedBy>
  <cp:revision>3</cp:revision>
  <dcterms:created xsi:type="dcterms:W3CDTF">2026-01-18T09:17:50Z</dcterms:created>
  <dcterms:modified xsi:type="dcterms:W3CDTF">2026-01-18T14:26:16Z</dcterms:modified>
</cp:coreProperties>
</file>