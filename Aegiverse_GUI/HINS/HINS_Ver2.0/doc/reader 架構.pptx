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2D12EF-EF31-4EEA-C879-05FA40C72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08EE10-E8E4-5998-7B52-7B1CCBC9A0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F3FB0E-1D10-AADD-5B47-40754A95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AAE3667-D856-8336-472F-AE8CD5968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CC3717-09EF-6A67-93F4-29CF011F4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2520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795221-8E40-D9B4-956D-7F80A1AA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A1053-7D60-B1DB-A975-341EBBB76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FF2324-60FC-A32F-9A54-01EB36700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B2E7C0-AB13-4F9D-849D-2FECC7BF8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FD1B2E4-EBFA-4B17-9F70-097CFD39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507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1EF465-337F-57EF-1344-9C26B4728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2A8913-B725-2494-5450-4308D5DB5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EC643B7-BB8A-145D-9514-283B033B2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F1B4BA2-EB36-1B4D-B6B6-3F8E5917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18D0D64-3DC7-2C8B-6BB7-93D0D289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6375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43D58-CC86-A1D4-4D03-B414B7410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489AF-AF2B-FC09-82F5-6BBF059D7F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C128F9C-2DC1-453D-EDBE-5C696CE59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D63E75-C799-72D4-816A-F71D8A1CC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CEA730D-67C6-426A-1B41-1392DC4C9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B457ACB-9B8B-9520-6B5C-B581C4D8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2687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4AF46D-0616-2911-2553-3AA93EA82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23643-6F7A-186A-3F3B-E55637B78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F88C4-BDB3-27F0-499D-A3C5E5630F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00F5FB9-8497-42B5-0EEC-28CF71C2CB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B33444A-8B9D-7075-6594-30FE5DED6E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DA0C2D2-F67F-C82E-CA01-8CF6FFE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B08B68A-B32B-70FB-C989-B18F2C8D4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B084AF1-E715-C97D-60C4-91B60FEE8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4866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7C18E9-0D79-8CF3-88D2-A7943B5BC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E0922BE-401A-F9E1-2D86-C27A2E20D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D99E370-9E80-6464-7B82-453B565EB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D123F7A-7127-EB55-96EF-F4743DC61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357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1A97AD1-267D-6FD7-A828-9BF96571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474E56E-270E-205A-B760-4FD6D1DA4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203B83-1718-4F4D-AE5C-0C475DCFF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1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16F5CC-02F5-EDA6-9905-AF05EAD23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C18AE-EFD9-3C23-2141-0BE191A5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A855BDC-B525-9002-BC3A-36E20FB22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5BB99B6-8771-F1BC-1150-017D30B6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C012B11-C68A-762A-99DF-3952FDA13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46288C-0771-F041-9A82-307B7AF8A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81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CC0395-4416-F776-D6E1-3C6F99AA0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C184168-0380-A661-E967-50F2A52A2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0D0D33B-9F04-91CC-7548-875E6E40B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68E6AA5-3B54-6AAA-F9B4-6CCE5B273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332273-1259-864C-5FD2-482993590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0CFD6E-4AD4-15D6-353B-965190F27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6742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9DCD35-A2E2-1109-C4EF-2D514DFCC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FB25689-CE04-AAB6-76B5-6B3C162AF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143F76-F8F0-96B2-AACA-E23F9FBAC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98841A-D94E-3910-BDC5-C80C51B5F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A739F4B-9EDC-838D-6BB4-3C5014724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474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5F55D1F-D212-105D-F47E-098A49944D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D2E5F79-5ADA-799C-4A65-727A7EEB2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2A58138-4507-4504-0395-14AB0ECDA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4C4BDBC-ABC8-2AA9-89F7-9A764FCA3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6E50AA-AC8D-9BBB-DC90-974706573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629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C43A592-3713-0053-1B43-C3E669A93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48F470-F2D8-F22D-8D06-AA7378FA4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8145D60-E4EC-1245-5B41-2679CD5F42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8CA4C5-27E5-4BDE-B644-27F123829F09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EC42E4-7E5B-AA6B-CAFE-5498CD7E46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C2FA4A6-86DE-F003-F6F3-5AEE6A578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053A13-582F-4578-B426-839C560CC17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26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字型 的圖片&#10;&#10;AI 產生的內容可能不正確。">
            <a:extLst>
              <a:ext uri="{FF2B5EF4-FFF2-40B4-BE49-F238E27FC236}">
                <a16:creationId xmlns:a16="http://schemas.microsoft.com/office/drawing/2014/main" id="{2CBB86F7-A4D5-4A7A-7EB6-AE0EFC1B0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185" y="376988"/>
            <a:ext cx="6792273" cy="1114581"/>
          </a:xfrm>
          <a:prstGeom prst="rect">
            <a:avLst/>
          </a:prstGeom>
        </p:spPr>
      </p:pic>
      <p:pic>
        <p:nvPicPr>
          <p:cNvPr id="9" name="圖片 8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88D728B9-AB25-D319-F283-A1DAE08B0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754" y="1571366"/>
            <a:ext cx="6849431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90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87CC6-159F-63E5-13D3-9DFDB1E8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3D9498A-8753-E6D0-04C7-CA84DBADB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679" y="1261760"/>
            <a:ext cx="6744641" cy="433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47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7CC6-1BB4-DF48-225A-650904941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21880327-91B4-D2F6-46BD-22BB494F3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837" y="1261760"/>
            <a:ext cx="6268325" cy="433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700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B365-1930-6A13-D744-8F80564A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573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37DB8-C66D-5B2F-C0F2-78467969F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6707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45DA6-9479-606B-F6F1-CD579C0C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8031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F8EB0-CD96-3974-1614-58E2A8B1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8048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Office PowerPoint</Application>
  <PresentationFormat>寬螢幕</PresentationFormat>
  <Paragraphs>0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3</cp:revision>
  <dcterms:created xsi:type="dcterms:W3CDTF">2026-01-21T14:33:58Z</dcterms:created>
  <dcterms:modified xsi:type="dcterms:W3CDTF">2026-01-21T14:41:41Z</dcterms:modified>
</cp:coreProperties>
</file>