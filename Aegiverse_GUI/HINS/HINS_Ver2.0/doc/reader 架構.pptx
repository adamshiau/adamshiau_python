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D12EF-EF31-4EEA-C879-05FA40C72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08EE10-E8E4-5998-7B52-7B1CCBC9A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F3FB0E-1D10-AADD-5B47-40754A95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AE3667-D856-8336-472F-AE8CD596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CC3717-09EF-6A67-93F4-29CF011F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52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95221-8E40-D9B4-956D-7F80A1AA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A1053-7D60-B1DB-A975-341EBBB76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F2324-60FC-A32F-9A54-01EB3670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B2E7C0-AB13-4F9D-849D-2FECC7BF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D1B2E4-EBFA-4B17-9F70-097CFD39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07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EF465-337F-57EF-1344-9C26B4728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2A8913-B725-2494-5450-4308D5DB5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C643B7-BB8A-145D-9514-283B033B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1B4BA2-EB36-1B4D-B6B6-3F8E5917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D0D64-3DC7-2C8B-6BB7-93D0D289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7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43D58-CC86-A1D4-4D03-B414B741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2489AF-AF2B-FC09-82F5-6BBF059D7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128F9C-2DC1-453D-EDBE-5C696CE59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D63E75-C799-72D4-816A-F71D8A1C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EA730D-67C6-426A-1B41-1392DC4C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457ACB-9B8B-9520-6B5C-B581C4D8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68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F46D-0616-2911-2553-3AA93EA8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F23643-6F7A-186A-3F3B-E55637B7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F88C4-BDB3-27F0-499D-A3C5E563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00F5FB9-8497-42B5-0EEC-28CF71C2C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B33444A-8B9D-7075-6594-30FE5DED6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DA0C2D2-F67F-C82E-CA01-8CF6FFE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B08B68A-B32B-70FB-C989-B18F2C8D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B084AF1-E715-C97D-60C4-91B60FE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86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C18E9-0D79-8CF3-88D2-A7943B5B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E0922BE-401A-F9E1-2D86-C27A2E20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D99E370-9E80-6464-7B82-453B565E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123F7A-7127-EB55-96EF-F4743DC6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57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1A97AD1-267D-6FD7-A828-9BF96571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474E56E-270E-205A-B760-4FD6D1DA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203B83-1718-4F4D-AE5C-0C475DCF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6F5CC-02F5-EDA6-9905-AF05EAD2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C18AE-EFD9-3C23-2141-0BE191A50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855BDC-B525-9002-BC3A-36E20FB22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BB99B6-8771-F1BC-1150-017D30B6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012B11-C68A-762A-99DF-3952FDA1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46288C-0771-F041-9A82-307B7AF8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11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CC0395-4416-F776-D6E1-3C6F99AA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C184168-0380-A661-E967-50F2A52A2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D0D33B-9F04-91CC-7548-875E6E40B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8E6AA5-3B54-6AAA-F9B4-6CCE5B27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332273-1259-864C-5FD2-48299359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0CFD6E-4AD4-15D6-353B-965190F2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674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9DCD35-A2E2-1109-C4EF-2D514DFC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FB25689-CE04-AAB6-76B5-6B3C162AF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143F76-F8F0-96B2-AACA-E23F9FBA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98841A-D94E-3910-BDC5-C80C51B5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739F4B-9EDC-838D-6BB4-3C501472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7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5F55D1F-D212-105D-F47E-098A49944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E5F79-5ADA-799C-4A65-727A7EEB2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A58138-4507-4504-0395-14AB0ECD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C4BDBC-ABC8-2AA9-89F7-9A764FCA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6E50AA-AC8D-9BBB-DC90-97470657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2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43A592-3713-0053-1B43-C3E669A9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48F470-F2D8-F22D-8D06-AA7378FA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145D60-E4EC-1245-5B41-2679CD5F4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CA4C5-27E5-4BDE-B644-27F123829F09}" type="datetimeFigureOut">
              <a:rPr lang="zh-TW" altLang="en-US" smtClean="0"/>
              <a:t>2026/1/22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EC42E4-7E5B-AA6B-CAFE-5498CD7E4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2FA4A6-86DE-F003-F6F3-5AEE6A578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53A13-582F-4578-B426-839C560CC1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2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字型 的圖片&#10;&#10;AI 產生的內容可能不正確。">
            <a:extLst>
              <a:ext uri="{FF2B5EF4-FFF2-40B4-BE49-F238E27FC236}">
                <a16:creationId xmlns:a16="http://schemas.microsoft.com/office/drawing/2014/main" id="{2CBB86F7-A4D5-4A7A-7EB6-AE0EFC1B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185" y="376988"/>
            <a:ext cx="6792273" cy="1114581"/>
          </a:xfrm>
          <a:prstGeom prst="rect">
            <a:avLst/>
          </a:prstGeom>
        </p:spPr>
      </p:pic>
      <p:pic>
        <p:nvPicPr>
          <p:cNvPr id="9" name="圖片 8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88D728B9-AB25-D319-F283-A1DAE08B0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754" y="1571366"/>
            <a:ext cx="6849431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9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87CC6-159F-63E5-13D3-9DFDB1E8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3D9498A-8753-E6D0-04C7-CA84DBAD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1261760"/>
            <a:ext cx="674464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4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7CC6-1BB4-DF48-225A-65090494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21880327-91B4-D2F6-46BD-22BB494F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37" y="1261760"/>
            <a:ext cx="626832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0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B365-1930-6A13-D744-8F80564A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57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45DA6-9479-606B-F6F1-CD579C0C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B0CCCC1-2A88-E312-6592-5BD1C264D9E2}"/>
              </a:ext>
            </a:extLst>
          </p:cNvPr>
          <p:cNvSpPr txBox="1"/>
          <p:nvPr/>
        </p:nvSpPr>
        <p:spPr>
          <a:xfrm>
            <a:off x="347870" y="337930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新增設備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4" name="圖片 3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F07A5DD9-ACEE-A36F-5205-0C641039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9" y="920162"/>
            <a:ext cx="8611802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3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8EB0-CD96-3974-1614-58E2A8B1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C7398CC-AFB1-E0C7-6D58-BB09B2821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637785"/>
            <a:ext cx="8516539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4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60D2-9BD0-035E-9E86-01F98C32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收據, 代數 的圖片&#10;&#10;AI 產生的內容可能不正確。">
            <a:extLst>
              <a:ext uri="{FF2B5EF4-FFF2-40B4-BE49-F238E27FC236}">
                <a16:creationId xmlns:a16="http://schemas.microsoft.com/office/drawing/2014/main" id="{934CD76C-A434-DB43-E7FF-2CA650E5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985761"/>
            <a:ext cx="7954485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16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B05B-E626-0497-DDFD-A63D2136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94C5C7C-4F63-8541-932A-AF95CD3D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495" y="0"/>
            <a:ext cx="6721462" cy="3687417"/>
          </a:xfrm>
          <a:prstGeom prst="rect">
            <a:avLst/>
          </a:prstGeom>
        </p:spPr>
      </p:pic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67843EA9-265A-8FF6-AA60-EA5DF62C4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913" y="3995530"/>
            <a:ext cx="6622044" cy="245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9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09C1-CE88-4555-114C-CD4E0CC1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066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D481-3B91-991C-F200-38F37E1B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EAB7D5-1235-3A11-25F9-219830773B80}"/>
              </a:ext>
            </a:extLst>
          </p:cNvPr>
          <p:cNvSpPr txBox="1"/>
          <p:nvPr/>
        </p:nvSpPr>
        <p:spPr>
          <a:xfrm>
            <a:off x="477078" y="387626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分流畫圖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4" name="圖片 3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DFFE919A-C74A-F243-D256-08B69D09C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05" y="263379"/>
            <a:ext cx="7321596" cy="526341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2BFCE23-7056-73AB-28AD-667B49F92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5722399"/>
            <a:ext cx="8516539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89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637B-E86D-7A10-012C-729FD4EE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DE315E7-EA50-52F0-53BD-07B0C945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1156970"/>
            <a:ext cx="842127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53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5617-FC47-9D93-474B-F62A5EE9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A2CDCC56-3083-92DC-F5BD-C406A7CA9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409" y="382324"/>
            <a:ext cx="7046190" cy="3928688"/>
          </a:xfrm>
          <a:prstGeom prst="rect">
            <a:avLst/>
          </a:prstGeom>
        </p:spPr>
      </p:pic>
      <p:pic>
        <p:nvPicPr>
          <p:cNvPr id="5" name="圖片 4" descr="一張含有 文字, 字型, 收據, 代數 的圖片&#10;&#10;AI 產生的內容可能不正確。">
            <a:extLst>
              <a:ext uri="{FF2B5EF4-FFF2-40B4-BE49-F238E27FC236}">
                <a16:creationId xmlns:a16="http://schemas.microsoft.com/office/drawing/2014/main" id="{448F9E70-8EA9-BFF4-B6F5-76773868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22" y="4386790"/>
            <a:ext cx="7519422" cy="237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36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D445-F1CC-B570-4869-517EA2D2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55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A35C8-2381-1205-3BBD-EC5FD68F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3E5CF3-BD87-8F52-94DE-D46145F92C41}"/>
              </a:ext>
            </a:extLst>
          </p:cNvPr>
          <p:cNvSpPr txBox="1"/>
          <p:nvPr/>
        </p:nvSpPr>
        <p:spPr>
          <a:xfrm>
            <a:off x="596348" y="318052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Reader decode </a:t>
            </a:r>
            <a:r>
              <a:rPr lang="zh-TW" altLang="en-US" dirty="0"/>
              <a:t>機制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4" name="圖片 3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E9AD1ED-22B2-05EF-745A-012AEB9A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534" y="142416"/>
            <a:ext cx="8545118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7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1603-A2CB-357E-8732-8957F0EE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DF6A8AAD-8A51-C8B2-F2C1-E4C396C0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41" y="2552577"/>
            <a:ext cx="8364117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1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67B7-E9F3-A833-6F6D-F76B8F4A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425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D235-ED94-BA79-C9D3-AC83D3EA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63AC647-C8F7-6BF1-03B0-DC87C2589F97}"/>
              </a:ext>
            </a:extLst>
          </p:cNvPr>
          <p:cNvSpPr txBox="1"/>
          <p:nvPr/>
        </p:nvSpPr>
        <p:spPr>
          <a:xfrm>
            <a:off x="298174" y="357809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Menu </a:t>
            </a:r>
            <a:r>
              <a:rPr lang="zh-TW" altLang="en-US" dirty="0"/>
              <a:t>架構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4" name="圖片 3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AF15DEA-FDA0-72EB-69F7-FAF966734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694943"/>
            <a:ext cx="8116433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70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CBB2-C346-A6B9-4CB8-16C2BAB1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581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D618-367F-426A-13D8-9DAB11DB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046A9C37-A566-C412-B753-F1FCC4352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2371577"/>
            <a:ext cx="7944959" cy="211484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8D65D8D-FBBB-EC42-82B0-3A55727A6B95}"/>
              </a:ext>
            </a:extLst>
          </p:cNvPr>
          <p:cNvSpPr txBox="1"/>
          <p:nvPr/>
        </p:nvSpPr>
        <p:spPr>
          <a:xfrm>
            <a:off x="347870" y="477078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HINS</a:t>
            </a:r>
            <a:r>
              <a:rPr lang="zh-TW" altLang="en-US" dirty="0"/>
              <a:t> </a:t>
            </a:r>
            <a:r>
              <a:rPr lang="en-US" altLang="zh-TW" dirty="0"/>
              <a:t>MIP</a:t>
            </a:r>
            <a:r>
              <a:rPr lang="zh-TW" altLang="en-US" dirty="0"/>
              <a:t> 改造</a:t>
            </a:r>
          </a:p>
        </p:txBody>
      </p:sp>
    </p:spTree>
    <p:extLst>
      <p:ext uri="{BB962C8B-B14F-4D97-AF65-F5344CB8AC3E}">
        <p14:creationId xmlns:p14="http://schemas.microsoft.com/office/powerpoint/2010/main" val="155488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D49A-A53C-B3F1-044B-6DFCF50B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60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3DCE-E67B-E8CA-9CE6-6902EB96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5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16</Words>
  <Application>Microsoft Office PowerPoint</Application>
  <PresentationFormat>寬螢幕</PresentationFormat>
  <Paragraphs>5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Adam Shiau</cp:lastModifiedBy>
  <cp:revision>9</cp:revision>
  <dcterms:created xsi:type="dcterms:W3CDTF">2026-01-21T14:33:58Z</dcterms:created>
  <dcterms:modified xsi:type="dcterms:W3CDTF">2026-01-22T12:31:16Z</dcterms:modified>
</cp:coreProperties>
</file>