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64" r:id="rId3"/>
    <p:sldId id="258" r:id="rId4"/>
    <p:sldId id="259" r:id="rId5"/>
    <p:sldId id="260" r:id="rId6"/>
    <p:sldId id="261" r:id="rId7"/>
    <p:sldId id="262" r:id="rId8"/>
    <p:sldId id="263" r:id="rId9"/>
    <p:sldId id="267" r:id="rId10"/>
    <p:sldId id="265" r:id="rId11"/>
    <p:sldId id="266" r:id="rId12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6" d="100"/>
          <a:sy n="96" d="100"/>
        </p:scale>
        <p:origin x="228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EA0BAE6-029C-C637-200E-FA4845722A7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7F172D00-C19D-4CC3-66C9-E81CF72270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84CBC81-390E-C263-CC5D-FEE93ECA63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16AC0A-F303-42D8-B4CD-3FE8AA5F7474}" type="datetimeFigureOut">
              <a:rPr lang="zh-TW" altLang="en-US" smtClean="0"/>
              <a:t>2026/1/31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EDFC8DE7-D33A-A187-3D0C-57C1CCEC38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2C181D4F-AF70-968C-973C-C2F96C0EC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149AE-C828-4160-ABF7-23A57EA4DF7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649380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832C23B-E3B9-0789-F7FC-1D0647A02C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0E46210-EA1F-77BA-7CCC-1BAA76F6B0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C008AB12-FDD5-ED6B-F235-2875FB3BC5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16AC0A-F303-42D8-B4CD-3FE8AA5F7474}" type="datetimeFigureOut">
              <a:rPr lang="zh-TW" altLang="en-US" smtClean="0"/>
              <a:t>2026/1/31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4603789-0BE5-A0A2-88CA-6DA925486A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0E4D1DBE-9FCC-7652-4E5A-6AF0BCC0CC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149AE-C828-4160-ABF7-23A57EA4DF7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361541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06881B7-787D-45E0-199B-69BD49F42E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5F8D1CAE-E950-6705-1F67-9BD5E77968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126C4FB5-7BFB-55C1-92EB-E415AF717D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16AC0A-F303-42D8-B4CD-3FE8AA5F7474}" type="datetimeFigureOut">
              <a:rPr lang="zh-TW" altLang="en-US" smtClean="0"/>
              <a:t>2026/1/31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65A36774-462C-44E5-BD98-17CB2A5C2F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7DED103A-C132-D2B1-0464-D3C4510D78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149AE-C828-4160-ABF7-23A57EA4DF7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554818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611D81A-E4F4-D677-3CB1-C1C8C04635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B129FF5-8B39-D682-3A4B-9B0428B6035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D59AC10B-F5CE-703D-C141-7EA6D66C585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D4C2E251-24B4-2035-0A2B-E69296520B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16AC0A-F303-42D8-B4CD-3FE8AA5F7474}" type="datetimeFigureOut">
              <a:rPr lang="zh-TW" altLang="en-US" smtClean="0"/>
              <a:t>2026/1/31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7ADA6CBA-3949-57C6-9ED7-85DD119A53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1B3893B8-54A5-FBA1-3100-EF7B2ABE57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149AE-C828-4160-ABF7-23A57EA4DF7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61481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86D937A-D0DC-3E4A-BE5E-C3593CF1C4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79292E03-7402-A864-6473-53D9779C20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430606EE-7458-FDEA-A2C3-9A70C2731D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C36163BE-8B3D-2177-E4B9-ADDC20158BA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8C6AA9E2-D63D-2F3F-C71F-AFD7A4FE380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DA082F9A-C30A-4936-4D09-C641892885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16AC0A-F303-42D8-B4CD-3FE8AA5F7474}" type="datetimeFigureOut">
              <a:rPr lang="zh-TW" altLang="en-US" smtClean="0"/>
              <a:t>2026/1/31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5235DF70-3C49-0550-6267-25C5EED2DA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711E26F9-D66B-228A-E552-CBAEF5CD1A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149AE-C828-4160-ABF7-23A57EA4DF7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189776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1474710-F69C-34F4-6D08-B02B116745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32DF4094-F380-88A5-8A57-DBC7071580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16AC0A-F303-42D8-B4CD-3FE8AA5F7474}" type="datetimeFigureOut">
              <a:rPr lang="zh-TW" altLang="en-US" smtClean="0"/>
              <a:t>2026/1/31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3AACF0B7-5CC2-EC0E-C0B8-95C4280698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8B3ED7CD-F71A-E756-1401-5E1CD3DC4C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149AE-C828-4160-ABF7-23A57EA4DF7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30511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0E4398E4-F33B-916C-B98B-7897BBD78B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16AC0A-F303-42D8-B4CD-3FE8AA5F7474}" type="datetimeFigureOut">
              <a:rPr lang="zh-TW" altLang="en-US" smtClean="0"/>
              <a:t>2026/1/31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F89A9000-FA8C-E1C1-59AD-5E5A2A5825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ECD8D22-0736-672A-A548-94FB5D4569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149AE-C828-4160-ABF7-23A57EA4DF7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302457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68351CC-A1A9-6420-5E1C-FBBA354136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ACF11D5-CF73-BF0E-BEFE-385761B8AD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DC5B9A3F-6B0A-133F-98E3-610F785292B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AA203E03-0F1E-C61C-6280-300283D546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16AC0A-F303-42D8-B4CD-3FE8AA5F7474}" type="datetimeFigureOut">
              <a:rPr lang="zh-TW" altLang="en-US" smtClean="0"/>
              <a:t>2026/1/31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3FBAF399-2E5B-634B-B80F-6201D9D220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86A4A711-56A3-7D88-9CA1-0122099D08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149AE-C828-4160-ABF7-23A57EA4DF7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598203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9F3D2B9-61DD-5E1A-072F-4FC83F7163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6AFEC0A8-2BC6-AB50-70F3-9E4DF1FEE9D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457BFAB9-C4DB-AEDE-1BA0-E7CD6B46A2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1332BA00-C3CE-2B3C-39C4-02789AE01D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16AC0A-F303-42D8-B4CD-3FE8AA5F7474}" type="datetimeFigureOut">
              <a:rPr lang="zh-TW" altLang="en-US" smtClean="0"/>
              <a:t>2026/1/31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06BE7D5F-8A21-1F27-BF8C-D9BD8CB2FC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91C258BF-0F4A-F418-FC3B-03441CA61C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149AE-C828-4160-ABF7-23A57EA4DF7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394910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85B69C9-1E8B-C28E-48B8-EC44CCE666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3468993D-31C2-2BE3-6AF3-806109259C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F518E73-22C2-E0D0-5599-6DA9BF83A3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16AC0A-F303-42D8-B4CD-3FE8AA5F7474}" type="datetimeFigureOut">
              <a:rPr lang="zh-TW" altLang="en-US" smtClean="0"/>
              <a:t>2026/1/31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714162F9-E507-C092-1916-94A1B81612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A0E4643-B49D-6B37-79B5-DC6B1A5499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149AE-C828-4160-ABF7-23A57EA4DF7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205962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3DBACC3B-9AD1-442D-5F79-45641468E3F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C0EFC36B-D9C9-B918-8064-405AF33E85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43D2A58-64B0-6B5E-89F4-6A2D4CE740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16AC0A-F303-42D8-B4CD-3FE8AA5F7474}" type="datetimeFigureOut">
              <a:rPr lang="zh-TW" altLang="en-US" smtClean="0"/>
              <a:t>2026/1/31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D8E67D57-BCDF-4885-F096-A37F96EA15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41D71C6-CDDC-DE31-F826-6A4DD2D704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149AE-C828-4160-ABF7-23A57EA4DF7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408772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DF03B134-EFD3-88EA-AD32-3727B332FC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EB9E528-BE15-3411-6C50-7977076F82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C1B78C5-4051-9695-16FA-2CEF574380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516AC0A-F303-42D8-B4CD-3FE8AA5F7474}" type="datetimeFigureOut">
              <a:rPr lang="zh-TW" altLang="en-US" smtClean="0"/>
              <a:t>2026/1/31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4536850F-CFBA-60AB-7AE1-0F3404C968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A757641E-B7F2-D673-4050-B2558660B5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DA149AE-C828-4160-ABF7-23A57EA4DF7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016930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AC019E-B3D4-B0A8-7A01-CE299E93AC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圖片 3" descr="一張含有 文字, 螢幕擷取畫面, 字型, 數字 的圖片&#10;&#10;AI 產生的內容可能不正確。">
            <a:extLst>
              <a:ext uri="{FF2B5EF4-FFF2-40B4-BE49-F238E27FC236}">
                <a16:creationId xmlns:a16="http://schemas.microsoft.com/office/drawing/2014/main" id="{7A460AF2-2B65-EA96-57FF-ADFA6085E6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365" y="437732"/>
            <a:ext cx="6820852" cy="59825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50516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 descr="一張含有 文字, 字型, 螢幕擷取畫面, 文件 的圖片&#10;&#10;AI 產生的內容可能不正確。">
            <a:extLst>
              <a:ext uri="{FF2B5EF4-FFF2-40B4-BE49-F238E27FC236}">
                <a16:creationId xmlns:a16="http://schemas.microsoft.com/office/drawing/2014/main" id="{EB38F052-8979-B0BA-ED98-CC747F1750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8469" y="2057208"/>
            <a:ext cx="6535062" cy="2743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42535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128CD3-FB6A-AF69-5671-F97D73B475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 descr="一張含有 文字, 字型, 代數, 螢幕擷取畫面 的圖片&#10;&#10;AI 產生的內容可能不正確。">
            <a:extLst>
              <a:ext uri="{FF2B5EF4-FFF2-40B4-BE49-F238E27FC236}">
                <a16:creationId xmlns:a16="http://schemas.microsoft.com/office/drawing/2014/main" id="{873F7763-6091-812F-309F-D3B40B47CD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0337" y="2223919"/>
            <a:ext cx="6811326" cy="2410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02184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08EE82-9A6B-037F-D320-44DF938828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 descr="一張含有 文字, 螢幕擷取畫面, 字型, 代數 的圖片&#10;&#10;AI 產生的內容可能不正確。">
            <a:extLst>
              <a:ext uri="{FF2B5EF4-FFF2-40B4-BE49-F238E27FC236}">
                <a16:creationId xmlns:a16="http://schemas.microsoft.com/office/drawing/2014/main" id="{AF0348F8-1089-E041-630E-B9B7CCFFB2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9922" y="164200"/>
            <a:ext cx="6296904" cy="29912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01578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7C8F4E-EBEF-C1BC-7C37-5253C068A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 descr="一張含有 文字, 螢幕擷取畫面, 字型, 文件 的圖片&#10;&#10;AI 產生的內容可能不正確。">
            <a:extLst>
              <a:ext uri="{FF2B5EF4-FFF2-40B4-BE49-F238E27FC236}">
                <a16:creationId xmlns:a16="http://schemas.microsoft.com/office/drawing/2014/main" id="{295BC1B3-D87E-45AA-3EFF-18F56E3947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23679" y="584438"/>
            <a:ext cx="6744641" cy="4496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74133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580B0A-3119-5642-BFE3-080471CE50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 descr="一張含有 文字, 螢幕擷取畫面, 字型, 文件 的圖片&#10;&#10;AI 產生的內容可能不正確。">
            <a:extLst>
              <a:ext uri="{FF2B5EF4-FFF2-40B4-BE49-F238E27FC236}">
                <a16:creationId xmlns:a16="http://schemas.microsoft.com/office/drawing/2014/main" id="{C8B05C90-FC83-AD95-DC3A-787495D8B4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7495" y="471074"/>
            <a:ext cx="6697010" cy="59158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92017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035E6F-C13D-BBFC-23F5-76BA8AF92B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 descr="一張含有 文字, 螢幕擷取畫面, 字型, 功能表 的圖片&#10;&#10;AI 產生的內容可能不正確。">
            <a:extLst>
              <a:ext uri="{FF2B5EF4-FFF2-40B4-BE49-F238E27FC236}">
                <a16:creationId xmlns:a16="http://schemas.microsoft.com/office/drawing/2014/main" id="{30E28FB0-AF5E-0C76-5A24-E615549483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75559" y="0"/>
            <a:ext cx="2805977" cy="6858000"/>
          </a:xfrm>
          <a:prstGeom prst="rect">
            <a:avLst/>
          </a:prstGeom>
        </p:spPr>
      </p:pic>
      <p:sp>
        <p:nvSpPr>
          <p:cNvPr id="4" name="矩形 3">
            <a:extLst>
              <a:ext uri="{FF2B5EF4-FFF2-40B4-BE49-F238E27FC236}">
                <a16:creationId xmlns:a16="http://schemas.microsoft.com/office/drawing/2014/main" id="{3C0CA094-F44D-655E-B934-F98F0A2972AF}"/>
              </a:ext>
            </a:extLst>
          </p:cNvPr>
          <p:cNvSpPr/>
          <p:nvPr/>
        </p:nvSpPr>
        <p:spPr>
          <a:xfrm>
            <a:off x="315994" y="2693779"/>
            <a:ext cx="2186609" cy="379177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ysClr val="windowText" lastClr="000000"/>
                </a:solidFill>
              </a:rPr>
              <a:t>main.py</a:t>
            </a:r>
          </a:p>
          <a:p>
            <a:pPr algn="ctr"/>
            <a:endParaRPr lang="en-US" altLang="zh-TW" dirty="0">
              <a:solidFill>
                <a:sysClr val="windowText" lastClr="000000"/>
              </a:solidFill>
            </a:endParaRPr>
          </a:p>
          <a:p>
            <a:pPr algn="ctr"/>
            <a:r>
              <a:rPr lang="zh-TW" altLang="en-US" dirty="0">
                <a:solidFill>
                  <a:sysClr val="windowText" lastClr="000000"/>
                </a:solidFill>
              </a:rPr>
              <a:t>主執行檔案，負責接收來自各個 </a:t>
            </a:r>
            <a:r>
              <a:rPr lang="en-US" altLang="zh-TW" dirty="0">
                <a:solidFill>
                  <a:sysClr val="windowText" lastClr="000000"/>
                </a:solidFill>
              </a:rPr>
              <a:t>reader </a:t>
            </a:r>
            <a:r>
              <a:rPr lang="zh-TW" altLang="en-US" dirty="0">
                <a:solidFill>
                  <a:sysClr val="windowText" lastClr="000000"/>
                </a:solidFill>
              </a:rPr>
              <a:t>的 </a:t>
            </a:r>
            <a:r>
              <a:rPr lang="en-US" altLang="zh-TW" dirty="0">
                <a:solidFill>
                  <a:sysClr val="windowText" lastClr="000000"/>
                </a:solidFill>
              </a:rPr>
              <a:t>signal</a:t>
            </a:r>
            <a:r>
              <a:rPr lang="zh-TW" altLang="en-US" dirty="0">
                <a:solidFill>
                  <a:sysClr val="windowText" lastClr="000000"/>
                </a:solidFill>
              </a:rPr>
              <a:t> 來畫圖</a:t>
            </a:r>
            <a:r>
              <a:rPr lang="en-US" altLang="zh-TW" dirty="0">
                <a:solidFill>
                  <a:sysClr val="windowText" lastClr="000000"/>
                </a:solidFill>
              </a:rPr>
              <a:t>/</a:t>
            </a:r>
            <a:r>
              <a:rPr lang="zh-TW" altLang="en-US" dirty="0">
                <a:solidFill>
                  <a:sysClr val="windowText" lastClr="000000"/>
                </a:solidFill>
              </a:rPr>
              <a:t>存檔</a:t>
            </a:r>
            <a:r>
              <a:rPr lang="en-US" altLang="zh-TW" dirty="0">
                <a:solidFill>
                  <a:sysClr val="windowText" lastClr="000000"/>
                </a:solidFill>
              </a:rPr>
              <a:t> </a:t>
            </a:r>
            <a:endParaRPr lang="zh-TW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E8573D6-DD29-D791-8AD5-7086BA102557}"/>
              </a:ext>
            </a:extLst>
          </p:cNvPr>
          <p:cNvSpPr/>
          <p:nvPr/>
        </p:nvSpPr>
        <p:spPr>
          <a:xfrm>
            <a:off x="2979181" y="2684765"/>
            <a:ext cx="2186609" cy="379177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ysClr val="windowText" lastClr="000000"/>
                </a:solidFill>
              </a:rPr>
              <a:t>widget.py</a:t>
            </a:r>
          </a:p>
          <a:p>
            <a:pPr algn="ctr"/>
            <a:endParaRPr lang="en-US" altLang="zh-TW" dirty="0">
              <a:solidFill>
                <a:sysClr val="windowText" lastClr="000000"/>
              </a:solidFill>
            </a:endParaRPr>
          </a:p>
          <a:p>
            <a:pPr algn="ctr"/>
            <a:r>
              <a:rPr lang="zh-TW" altLang="en-US" dirty="0">
                <a:solidFill>
                  <a:sysClr val="windowText" lastClr="000000"/>
                </a:solidFill>
              </a:rPr>
              <a:t>主視窗檔案，建立 </a:t>
            </a:r>
            <a:r>
              <a:rPr lang="en-US" altLang="zh-TW" dirty="0">
                <a:solidFill>
                  <a:sysClr val="windowText" lastClr="000000"/>
                </a:solidFill>
              </a:rPr>
              <a:t>menu, </a:t>
            </a:r>
            <a:r>
              <a:rPr lang="zh-TW" altLang="en-US" dirty="0">
                <a:solidFill>
                  <a:sysClr val="windowText" lastClr="000000"/>
                </a:solidFill>
              </a:rPr>
              <a:t>圖表</a:t>
            </a:r>
            <a:r>
              <a:rPr lang="en-US" altLang="zh-TW" dirty="0">
                <a:solidFill>
                  <a:sysClr val="windowText" lastClr="000000"/>
                </a:solidFill>
              </a:rPr>
              <a:t>, </a:t>
            </a:r>
            <a:r>
              <a:rPr lang="zh-TW" altLang="en-US" dirty="0">
                <a:solidFill>
                  <a:sysClr val="windowText" lastClr="000000"/>
                </a:solidFill>
              </a:rPr>
              <a:t>按鈕</a:t>
            </a:r>
            <a:r>
              <a:rPr lang="en-US" altLang="zh-TW" dirty="0">
                <a:solidFill>
                  <a:sysClr val="windowText" lastClr="000000"/>
                </a:solidFill>
              </a:rPr>
              <a:t>….</a:t>
            </a:r>
            <a:r>
              <a:rPr lang="zh-TW" altLang="en-US" dirty="0">
                <a:solidFill>
                  <a:sysClr val="windowText" lastClr="000000"/>
                </a:solidFill>
              </a:rPr>
              <a:t>的容器</a:t>
            </a:r>
          </a:p>
        </p:txBody>
      </p:sp>
      <p:grpSp>
        <p:nvGrpSpPr>
          <p:cNvPr id="56" name="群組 55">
            <a:extLst>
              <a:ext uri="{FF2B5EF4-FFF2-40B4-BE49-F238E27FC236}">
                <a16:creationId xmlns:a16="http://schemas.microsoft.com/office/drawing/2014/main" id="{85269D55-752F-05DE-2CC6-97D651277A17}"/>
              </a:ext>
            </a:extLst>
          </p:cNvPr>
          <p:cNvGrpSpPr/>
          <p:nvPr/>
        </p:nvGrpSpPr>
        <p:grpSpPr>
          <a:xfrm>
            <a:off x="5493353" y="581766"/>
            <a:ext cx="3305005" cy="4266631"/>
            <a:chOff x="5398682" y="113627"/>
            <a:chExt cx="3305005" cy="4266631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C5BD7A13-14D7-FEAB-9C53-28EACB93F717}"/>
                </a:ext>
              </a:extLst>
            </p:cNvPr>
            <p:cNvSpPr/>
            <p:nvPr/>
          </p:nvSpPr>
          <p:spPr>
            <a:xfrm>
              <a:off x="6222170" y="2116033"/>
              <a:ext cx="1653993" cy="444755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</a:rPr>
                <a:t>sub_reader1</a:t>
              </a:r>
              <a:endParaRPr lang="zh-TW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05EEA723-B420-23B6-C0C1-247A7C186ACD}"/>
                </a:ext>
              </a:extLst>
            </p:cNvPr>
            <p:cNvSpPr/>
            <p:nvPr/>
          </p:nvSpPr>
          <p:spPr>
            <a:xfrm>
              <a:off x="6222170" y="2858962"/>
              <a:ext cx="1653993" cy="487626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</a:rPr>
                <a:t>sub_reader2</a:t>
              </a:r>
              <a:endParaRPr lang="zh-TW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C3FC4D9B-AB19-5169-CF52-E3EAA2A09C7E}"/>
                </a:ext>
              </a:extLst>
            </p:cNvPr>
            <p:cNvSpPr/>
            <p:nvPr/>
          </p:nvSpPr>
          <p:spPr>
            <a:xfrm>
              <a:off x="6222170" y="3644762"/>
              <a:ext cx="1653993" cy="487626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</a:rPr>
                <a:t>sub_reader3</a:t>
              </a:r>
              <a:endParaRPr lang="zh-TW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8579C02D-DECE-7768-5CF9-2EB2D3FED42A}"/>
                </a:ext>
              </a:extLst>
            </p:cNvPr>
            <p:cNvSpPr/>
            <p:nvPr/>
          </p:nvSpPr>
          <p:spPr>
            <a:xfrm>
              <a:off x="5458428" y="454301"/>
              <a:ext cx="3223609" cy="3925957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FAE1261B-7011-107E-0BCB-FCAE863D46CF}"/>
                </a:ext>
              </a:extLst>
            </p:cNvPr>
            <p:cNvSpPr/>
            <p:nvPr/>
          </p:nvSpPr>
          <p:spPr>
            <a:xfrm>
              <a:off x="5945445" y="1423408"/>
              <a:ext cx="1930717" cy="444755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</a:rPr>
                <a:t>dispatcher</a:t>
              </a:r>
              <a:endParaRPr lang="zh-TW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E02B85E2-3F6B-12C4-1642-6394345B3DF5}"/>
                </a:ext>
              </a:extLst>
            </p:cNvPr>
            <p:cNvSpPr/>
            <p:nvPr/>
          </p:nvSpPr>
          <p:spPr>
            <a:xfrm>
              <a:off x="5945443" y="726773"/>
              <a:ext cx="1930717" cy="444755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</a:rPr>
                <a:t>Thread reader_1</a:t>
              </a:r>
              <a:endParaRPr lang="zh-TW" altLang="en-US" dirty="0">
                <a:solidFill>
                  <a:sysClr val="windowText" lastClr="000000"/>
                </a:solidFill>
              </a:endParaRPr>
            </a:p>
          </p:txBody>
        </p:sp>
        <p:cxnSp>
          <p:nvCxnSpPr>
            <p:cNvPr id="13" name="直線單箭頭接點 12">
              <a:extLst>
                <a:ext uri="{FF2B5EF4-FFF2-40B4-BE49-F238E27FC236}">
                  <a16:creationId xmlns:a16="http://schemas.microsoft.com/office/drawing/2014/main" id="{30DF731A-520B-C46F-29D0-AE49B5B0F81F}"/>
                </a:ext>
              </a:extLst>
            </p:cNvPr>
            <p:cNvCxnSpPr>
              <a:stCxn id="11" idx="2"/>
              <a:endCxn id="10" idx="0"/>
            </p:cNvCxnSpPr>
            <p:nvPr/>
          </p:nvCxnSpPr>
          <p:spPr>
            <a:xfrm>
              <a:off x="6910802" y="1171528"/>
              <a:ext cx="2" cy="25188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接點: 肘形 14">
              <a:extLst>
                <a:ext uri="{FF2B5EF4-FFF2-40B4-BE49-F238E27FC236}">
                  <a16:creationId xmlns:a16="http://schemas.microsoft.com/office/drawing/2014/main" id="{EC324D6C-CC73-B485-678E-153028552A75}"/>
                </a:ext>
              </a:extLst>
            </p:cNvPr>
            <p:cNvCxnSpPr>
              <a:stCxn id="10" idx="1"/>
              <a:endCxn id="6" idx="1"/>
            </p:cNvCxnSpPr>
            <p:nvPr/>
          </p:nvCxnSpPr>
          <p:spPr>
            <a:xfrm rot="10800000" flipH="1" flipV="1">
              <a:off x="5945444" y="1645785"/>
              <a:ext cx="276725" cy="692625"/>
            </a:xfrm>
            <a:prstGeom prst="bentConnector3">
              <a:avLst>
                <a:gd name="adj1" fmla="val -82609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接點: 肘形 16">
              <a:extLst>
                <a:ext uri="{FF2B5EF4-FFF2-40B4-BE49-F238E27FC236}">
                  <a16:creationId xmlns:a16="http://schemas.microsoft.com/office/drawing/2014/main" id="{1891CD1E-32BE-CEA7-2DD2-93BED9437B75}"/>
                </a:ext>
              </a:extLst>
            </p:cNvPr>
            <p:cNvCxnSpPr>
              <a:stCxn id="10" idx="1"/>
              <a:endCxn id="7" idx="1"/>
            </p:cNvCxnSpPr>
            <p:nvPr/>
          </p:nvCxnSpPr>
          <p:spPr>
            <a:xfrm rot="10800000" flipH="1" flipV="1">
              <a:off x="5945444" y="1645785"/>
              <a:ext cx="276725" cy="1456989"/>
            </a:xfrm>
            <a:prstGeom prst="bentConnector3">
              <a:avLst>
                <a:gd name="adj1" fmla="val -82609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接點: 肘形 18">
              <a:extLst>
                <a:ext uri="{FF2B5EF4-FFF2-40B4-BE49-F238E27FC236}">
                  <a16:creationId xmlns:a16="http://schemas.microsoft.com/office/drawing/2014/main" id="{CB0BD00B-4CE4-6AFA-4C62-03085AC61937}"/>
                </a:ext>
              </a:extLst>
            </p:cNvPr>
            <p:cNvCxnSpPr>
              <a:stCxn id="10" idx="1"/>
              <a:endCxn id="8" idx="1"/>
            </p:cNvCxnSpPr>
            <p:nvPr/>
          </p:nvCxnSpPr>
          <p:spPr>
            <a:xfrm rot="10800000" flipH="1" flipV="1">
              <a:off x="5945444" y="1645785"/>
              <a:ext cx="276725" cy="2242789"/>
            </a:xfrm>
            <a:prstGeom prst="bentConnector3">
              <a:avLst>
                <a:gd name="adj1" fmla="val -82609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文字方塊 24">
              <a:extLst>
                <a:ext uri="{FF2B5EF4-FFF2-40B4-BE49-F238E27FC236}">
                  <a16:creationId xmlns:a16="http://schemas.microsoft.com/office/drawing/2014/main" id="{AFB8B459-D03A-D092-BD37-7D94455B0A73}"/>
                </a:ext>
              </a:extLst>
            </p:cNvPr>
            <p:cNvSpPr txBox="1"/>
            <p:nvPr/>
          </p:nvSpPr>
          <p:spPr>
            <a:xfrm>
              <a:off x="5398682" y="113627"/>
              <a:ext cx="1239763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1600" dirty="0">
                  <a:solidFill>
                    <a:srgbClr val="0070C0"/>
                  </a:solidFill>
                </a:rPr>
                <a:t>Serial Port 1</a:t>
              </a:r>
              <a:endParaRPr lang="zh-TW" altLang="en-US" sz="1600" dirty="0">
                <a:solidFill>
                  <a:srgbClr val="0070C0"/>
                </a:solidFill>
              </a:endParaRPr>
            </a:p>
          </p:txBody>
        </p:sp>
        <p:grpSp>
          <p:nvGrpSpPr>
            <p:cNvPr id="45" name="群組 44">
              <a:extLst>
                <a:ext uri="{FF2B5EF4-FFF2-40B4-BE49-F238E27FC236}">
                  <a16:creationId xmlns:a16="http://schemas.microsoft.com/office/drawing/2014/main" id="{62AC0871-C8C9-15C1-548B-DEC4F1805A92}"/>
                </a:ext>
              </a:extLst>
            </p:cNvPr>
            <p:cNvGrpSpPr/>
            <p:nvPr/>
          </p:nvGrpSpPr>
          <p:grpSpPr>
            <a:xfrm>
              <a:off x="7827636" y="2095320"/>
              <a:ext cx="854401" cy="276999"/>
              <a:chOff x="7827636" y="2095320"/>
              <a:chExt cx="854401" cy="276999"/>
            </a:xfrm>
          </p:grpSpPr>
          <p:sp>
            <p:nvSpPr>
              <p:cNvPr id="32" name="文字方塊 31">
                <a:extLst>
                  <a:ext uri="{FF2B5EF4-FFF2-40B4-BE49-F238E27FC236}">
                    <a16:creationId xmlns:a16="http://schemas.microsoft.com/office/drawing/2014/main" id="{5CB854CF-E631-554D-DCE2-6CA9423933B6}"/>
                  </a:ext>
                </a:extLst>
              </p:cNvPr>
              <p:cNvSpPr txBox="1"/>
              <p:nvPr/>
            </p:nvSpPr>
            <p:spPr>
              <a:xfrm>
                <a:off x="7827636" y="2095320"/>
                <a:ext cx="854401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TW" sz="1200" dirty="0"/>
                  <a:t>signal_1-1</a:t>
                </a:r>
                <a:endParaRPr lang="zh-TW" altLang="en-US" sz="1200" dirty="0"/>
              </a:p>
            </p:txBody>
          </p:sp>
          <p:cxnSp>
            <p:nvCxnSpPr>
              <p:cNvPr id="31" name="直線單箭頭接點 30">
                <a:extLst>
                  <a:ext uri="{FF2B5EF4-FFF2-40B4-BE49-F238E27FC236}">
                    <a16:creationId xmlns:a16="http://schemas.microsoft.com/office/drawing/2014/main" id="{ADAAF94B-482A-A388-5616-ED0C7D940BEF}"/>
                  </a:ext>
                </a:extLst>
              </p:cNvPr>
              <p:cNvCxnSpPr>
                <a:cxnSpLocks/>
                <a:stCxn id="6" idx="3"/>
              </p:cNvCxnSpPr>
              <p:nvPr/>
            </p:nvCxnSpPr>
            <p:spPr>
              <a:xfrm flipV="1">
                <a:off x="7876163" y="2338410"/>
                <a:ext cx="756000" cy="1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6" name="群組 45">
              <a:extLst>
                <a:ext uri="{FF2B5EF4-FFF2-40B4-BE49-F238E27FC236}">
                  <a16:creationId xmlns:a16="http://schemas.microsoft.com/office/drawing/2014/main" id="{C589ACEC-ADB3-E2F5-BBD4-026AAA698314}"/>
                </a:ext>
              </a:extLst>
            </p:cNvPr>
            <p:cNvGrpSpPr/>
            <p:nvPr/>
          </p:nvGrpSpPr>
          <p:grpSpPr>
            <a:xfrm>
              <a:off x="7827636" y="2872704"/>
              <a:ext cx="865943" cy="276999"/>
              <a:chOff x="7827636" y="2095320"/>
              <a:chExt cx="865943" cy="276999"/>
            </a:xfrm>
          </p:grpSpPr>
          <p:sp>
            <p:nvSpPr>
              <p:cNvPr id="47" name="文字方塊 46">
                <a:extLst>
                  <a:ext uri="{FF2B5EF4-FFF2-40B4-BE49-F238E27FC236}">
                    <a16:creationId xmlns:a16="http://schemas.microsoft.com/office/drawing/2014/main" id="{D5EDE239-B6BD-F457-1505-EA7043EF05F8}"/>
                  </a:ext>
                </a:extLst>
              </p:cNvPr>
              <p:cNvSpPr txBox="1"/>
              <p:nvPr/>
            </p:nvSpPr>
            <p:spPr>
              <a:xfrm>
                <a:off x="7827636" y="2095320"/>
                <a:ext cx="865943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TW" sz="1200" dirty="0"/>
                  <a:t>signal_1-2</a:t>
                </a:r>
                <a:endParaRPr lang="zh-TW" altLang="en-US" sz="1200" dirty="0"/>
              </a:p>
            </p:txBody>
          </p:sp>
          <p:cxnSp>
            <p:nvCxnSpPr>
              <p:cNvPr id="48" name="直線單箭頭接點 47">
                <a:extLst>
                  <a:ext uri="{FF2B5EF4-FFF2-40B4-BE49-F238E27FC236}">
                    <a16:creationId xmlns:a16="http://schemas.microsoft.com/office/drawing/2014/main" id="{758B7C57-E787-3FCC-8556-B5C419B47A0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876163" y="2338410"/>
                <a:ext cx="756000" cy="1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9" name="群組 48">
              <a:extLst>
                <a:ext uri="{FF2B5EF4-FFF2-40B4-BE49-F238E27FC236}">
                  <a16:creationId xmlns:a16="http://schemas.microsoft.com/office/drawing/2014/main" id="{99D15231-A7CF-3D90-0A6D-6F58EB5639A8}"/>
                </a:ext>
              </a:extLst>
            </p:cNvPr>
            <p:cNvGrpSpPr/>
            <p:nvPr/>
          </p:nvGrpSpPr>
          <p:grpSpPr>
            <a:xfrm>
              <a:off x="7837744" y="3658504"/>
              <a:ext cx="865943" cy="276999"/>
              <a:chOff x="7827636" y="2095320"/>
              <a:chExt cx="865943" cy="276999"/>
            </a:xfrm>
          </p:grpSpPr>
          <p:sp>
            <p:nvSpPr>
              <p:cNvPr id="50" name="文字方塊 49">
                <a:extLst>
                  <a:ext uri="{FF2B5EF4-FFF2-40B4-BE49-F238E27FC236}">
                    <a16:creationId xmlns:a16="http://schemas.microsoft.com/office/drawing/2014/main" id="{5DBE3F76-41CC-E205-F4B5-5E5190A97328}"/>
                  </a:ext>
                </a:extLst>
              </p:cNvPr>
              <p:cNvSpPr txBox="1"/>
              <p:nvPr/>
            </p:nvSpPr>
            <p:spPr>
              <a:xfrm>
                <a:off x="7827636" y="2095320"/>
                <a:ext cx="865943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TW" sz="1200" dirty="0"/>
                  <a:t>signal_1-3</a:t>
                </a:r>
                <a:endParaRPr lang="zh-TW" altLang="en-US" sz="1200" dirty="0"/>
              </a:p>
            </p:txBody>
          </p:sp>
          <p:cxnSp>
            <p:nvCxnSpPr>
              <p:cNvPr id="51" name="直線單箭頭接點 50">
                <a:extLst>
                  <a:ext uri="{FF2B5EF4-FFF2-40B4-BE49-F238E27FC236}">
                    <a16:creationId xmlns:a16="http://schemas.microsoft.com/office/drawing/2014/main" id="{16BCBEBB-FCC6-7781-E50F-984BA00955E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876163" y="2338410"/>
                <a:ext cx="756000" cy="1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57" name="群組 56">
            <a:extLst>
              <a:ext uri="{FF2B5EF4-FFF2-40B4-BE49-F238E27FC236}">
                <a16:creationId xmlns:a16="http://schemas.microsoft.com/office/drawing/2014/main" id="{916432BD-1DC7-CD9A-7947-CC70263196D4}"/>
              </a:ext>
            </a:extLst>
          </p:cNvPr>
          <p:cNvGrpSpPr/>
          <p:nvPr/>
        </p:nvGrpSpPr>
        <p:grpSpPr>
          <a:xfrm>
            <a:off x="5493353" y="5153783"/>
            <a:ext cx="3294897" cy="1415982"/>
            <a:chOff x="5398682" y="4986209"/>
            <a:chExt cx="3294897" cy="1415982"/>
          </a:xfrm>
        </p:grpSpPr>
        <p:sp>
          <p:nvSpPr>
            <p:cNvPr id="27" name="矩形 26">
              <a:extLst>
                <a:ext uri="{FF2B5EF4-FFF2-40B4-BE49-F238E27FC236}">
                  <a16:creationId xmlns:a16="http://schemas.microsoft.com/office/drawing/2014/main" id="{CE02610A-AD15-FE22-F71E-FC399EF1E2D6}"/>
                </a:ext>
              </a:extLst>
            </p:cNvPr>
            <p:cNvSpPr/>
            <p:nvPr/>
          </p:nvSpPr>
          <p:spPr>
            <a:xfrm>
              <a:off x="5458429" y="5370376"/>
              <a:ext cx="3235150" cy="1031815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8" name="矩形 27">
              <a:extLst>
                <a:ext uri="{FF2B5EF4-FFF2-40B4-BE49-F238E27FC236}">
                  <a16:creationId xmlns:a16="http://schemas.microsoft.com/office/drawing/2014/main" id="{A3E591A7-1FFA-90CE-0615-2F7CFA05B21C}"/>
                </a:ext>
              </a:extLst>
            </p:cNvPr>
            <p:cNvSpPr/>
            <p:nvPr/>
          </p:nvSpPr>
          <p:spPr>
            <a:xfrm>
              <a:off x="5945442" y="5663905"/>
              <a:ext cx="1930717" cy="444755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</a:rPr>
                <a:t>Thread reader_2</a:t>
              </a:r>
              <a:endParaRPr lang="zh-TW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9" name="文字方塊 28">
              <a:extLst>
                <a:ext uri="{FF2B5EF4-FFF2-40B4-BE49-F238E27FC236}">
                  <a16:creationId xmlns:a16="http://schemas.microsoft.com/office/drawing/2014/main" id="{DCC15484-CDDE-E43E-206A-E6144ADB7D8F}"/>
                </a:ext>
              </a:extLst>
            </p:cNvPr>
            <p:cNvSpPr txBox="1"/>
            <p:nvPr/>
          </p:nvSpPr>
          <p:spPr>
            <a:xfrm>
              <a:off x="5398682" y="4986209"/>
              <a:ext cx="1239763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1600" dirty="0">
                  <a:solidFill>
                    <a:srgbClr val="0070C0"/>
                  </a:solidFill>
                </a:rPr>
                <a:t>Serial Port 2</a:t>
              </a:r>
              <a:endParaRPr lang="zh-TW" altLang="en-US" sz="1600" dirty="0">
                <a:solidFill>
                  <a:srgbClr val="0070C0"/>
                </a:solidFill>
              </a:endParaRPr>
            </a:p>
          </p:txBody>
        </p:sp>
        <p:grpSp>
          <p:nvGrpSpPr>
            <p:cNvPr id="52" name="群組 51">
              <a:extLst>
                <a:ext uri="{FF2B5EF4-FFF2-40B4-BE49-F238E27FC236}">
                  <a16:creationId xmlns:a16="http://schemas.microsoft.com/office/drawing/2014/main" id="{39995F13-A811-65D7-9024-40B49C7FE0FD}"/>
                </a:ext>
              </a:extLst>
            </p:cNvPr>
            <p:cNvGrpSpPr/>
            <p:nvPr/>
          </p:nvGrpSpPr>
          <p:grpSpPr>
            <a:xfrm>
              <a:off x="7837744" y="5663905"/>
              <a:ext cx="804527" cy="276999"/>
              <a:chOff x="7827636" y="2095320"/>
              <a:chExt cx="804527" cy="276999"/>
            </a:xfrm>
          </p:grpSpPr>
          <p:sp>
            <p:nvSpPr>
              <p:cNvPr id="53" name="文字方塊 52">
                <a:extLst>
                  <a:ext uri="{FF2B5EF4-FFF2-40B4-BE49-F238E27FC236}">
                    <a16:creationId xmlns:a16="http://schemas.microsoft.com/office/drawing/2014/main" id="{33F41D08-C7C9-D813-BA75-555E0A7B947F}"/>
                  </a:ext>
                </a:extLst>
              </p:cNvPr>
              <p:cNvSpPr txBox="1"/>
              <p:nvPr/>
            </p:nvSpPr>
            <p:spPr>
              <a:xfrm>
                <a:off x="7827636" y="2095320"/>
                <a:ext cx="73129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TW" sz="1200" dirty="0"/>
                  <a:t>signal_2</a:t>
                </a:r>
                <a:endParaRPr lang="zh-TW" altLang="en-US" sz="1200" dirty="0"/>
              </a:p>
            </p:txBody>
          </p:sp>
          <p:cxnSp>
            <p:nvCxnSpPr>
              <p:cNvPr id="54" name="直線單箭頭接點 53">
                <a:extLst>
                  <a:ext uri="{FF2B5EF4-FFF2-40B4-BE49-F238E27FC236}">
                    <a16:creationId xmlns:a16="http://schemas.microsoft.com/office/drawing/2014/main" id="{3A6C72DF-8FD3-BE5D-D9D2-0939136B247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876163" y="2338410"/>
                <a:ext cx="756000" cy="1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55" name="文字方塊 54">
            <a:extLst>
              <a:ext uri="{FF2B5EF4-FFF2-40B4-BE49-F238E27FC236}">
                <a16:creationId xmlns:a16="http://schemas.microsoft.com/office/drawing/2014/main" id="{9A7EB6E5-04DF-F595-18C0-EB49E3AFD08E}"/>
              </a:ext>
            </a:extLst>
          </p:cNvPr>
          <p:cNvSpPr txBox="1"/>
          <p:nvPr/>
        </p:nvSpPr>
        <p:spPr>
          <a:xfrm>
            <a:off x="397566" y="187776"/>
            <a:ext cx="1534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u="sng" dirty="0"/>
              <a:t>GUI </a:t>
            </a:r>
            <a:r>
              <a:rPr lang="zh-TW" altLang="en-US" u="sng" dirty="0"/>
              <a:t>整體架構</a:t>
            </a:r>
          </a:p>
        </p:txBody>
      </p:sp>
      <p:sp>
        <p:nvSpPr>
          <p:cNvPr id="58" name="文字方塊 57">
            <a:extLst>
              <a:ext uri="{FF2B5EF4-FFF2-40B4-BE49-F238E27FC236}">
                <a16:creationId xmlns:a16="http://schemas.microsoft.com/office/drawing/2014/main" id="{B0ED2532-BBC1-62A7-ED9D-1E3EDF214C45}"/>
              </a:ext>
            </a:extLst>
          </p:cNvPr>
          <p:cNvSpPr txBox="1"/>
          <p:nvPr/>
        </p:nvSpPr>
        <p:spPr>
          <a:xfrm>
            <a:off x="211039" y="731726"/>
            <a:ext cx="5153459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多執行緒異步架構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硬體資源解耦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：獨立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Serial Port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配置專屬讀取執行緒</a:t>
            </a:r>
            <a:endParaRPr lang="en-US" altLang="zh-TW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endParaRPr lang="en-US" altLang="zh-TW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r>
              <a:rPr lang="zh-TW" alt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單 </a:t>
            </a:r>
            <a:r>
              <a:rPr lang="en-US" altLang="zh-TW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Thread</a:t>
            </a:r>
            <a:r>
              <a:rPr lang="zh-TW" alt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下有不同封包數據</a:t>
            </a:r>
            <a:r>
              <a:rPr lang="en-US" altLang="zh-TW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:</a:t>
            </a:r>
            <a:r>
              <a:rPr lang="zh-TW" alt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endParaRPr lang="en-US" altLang="zh-TW" sz="16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模組化分流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：透過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Dispatcher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機制分發至各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Sub-reader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解析</a:t>
            </a:r>
            <a:endParaRPr lang="en-US" altLang="zh-TW" sz="16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5888493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A98D0D-11A2-1B6B-D065-A1D34F690D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圖片 6" descr="一張含有 文字, 螢幕擷取畫面, 繪圖軟體, 多媒體軟體 的圖片&#10;&#10;AI 產生的內容可能不正確。">
            <a:extLst>
              <a:ext uri="{FF2B5EF4-FFF2-40B4-BE49-F238E27FC236}">
                <a16:creationId xmlns:a16="http://schemas.microsoft.com/office/drawing/2014/main" id="{F5C6A2C3-80EB-4A4B-D9DD-0A2DFEE02E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55080"/>
            <a:ext cx="12192000" cy="6347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62505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 descr="一張含有 文字, 螢幕擷取畫面, 軟體, 陳列 的圖片&#10;&#10;AI 產生的內容可能不正確。">
            <a:extLst>
              <a:ext uri="{FF2B5EF4-FFF2-40B4-BE49-F238E27FC236}">
                <a16:creationId xmlns:a16="http://schemas.microsoft.com/office/drawing/2014/main" id="{4302D72D-9C72-B9BB-6F35-0B8DB64970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2948" y="0"/>
            <a:ext cx="9554174" cy="6858000"/>
          </a:xfrm>
          <a:prstGeom prst="rect">
            <a:avLst/>
          </a:prstGeom>
        </p:spPr>
      </p:pic>
      <p:pic>
        <p:nvPicPr>
          <p:cNvPr id="7" name="圖片 6" descr="一張含有 文字, 螢幕擷取畫面, 字型, 行 的圖片&#10;&#10;AI 產生的內容可能不正確。">
            <a:extLst>
              <a:ext uri="{FF2B5EF4-FFF2-40B4-BE49-F238E27FC236}">
                <a16:creationId xmlns:a16="http://schemas.microsoft.com/office/drawing/2014/main" id="{D4A2E7D6-34A2-27EA-1887-31B4A4B51E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322" y="1714229"/>
            <a:ext cx="1895740" cy="905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28134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08CBCA-3D39-A3F3-C495-36A7DB7AA7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 descr="一張含有 文字, 螢幕擷取畫面, 字型, 數字 的圖片&#10;&#10;AI 產生的內容可能不正確。">
            <a:extLst>
              <a:ext uri="{FF2B5EF4-FFF2-40B4-BE49-F238E27FC236}">
                <a16:creationId xmlns:a16="http://schemas.microsoft.com/office/drawing/2014/main" id="{6DC34A29-B920-E384-A2E0-950BE5DE23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854" y="450278"/>
            <a:ext cx="2200582" cy="1286054"/>
          </a:xfrm>
          <a:prstGeom prst="rect">
            <a:avLst/>
          </a:prstGeom>
        </p:spPr>
      </p:pic>
      <p:pic>
        <p:nvPicPr>
          <p:cNvPr id="5" name="圖片 4" descr="一張含有 文字, 螢幕擷取畫面, 字型, 數字 的圖片&#10;&#10;AI 產生的內容可能不正確。">
            <a:extLst>
              <a:ext uri="{FF2B5EF4-FFF2-40B4-BE49-F238E27FC236}">
                <a16:creationId xmlns:a16="http://schemas.microsoft.com/office/drawing/2014/main" id="{C34AC946-6F3C-583C-1396-AB4087A5BE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541" y="2148185"/>
            <a:ext cx="4248743" cy="1667108"/>
          </a:xfrm>
          <a:prstGeom prst="rect">
            <a:avLst/>
          </a:prstGeom>
        </p:spPr>
      </p:pic>
      <p:pic>
        <p:nvPicPr>
          <p:cNvPr id="9" name="圖片 8" descr="一張含有 文字, 螢幕擷取畫面, 字型, 數字 的圖片&#10;&#10;AI 產生的內容可能不正確。">
            <a:extLst>
              <a:ext uri="{FF2B5EF4-FFF2-40B4-BE49-F238E27FC236}">
                <a16:creationId xmlns:a16="http://schemas.microsoft.com/office/drawing/2014/main" id="{91C43FB6-B5C2-4883-BEE0-AC309D4C17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6771" y="420461"/>
            <a:ext cx="3096057" cy="1552792"/>
          </a:xfrm>
          <a:prstGeom prst="rect">
            <a:avLst/>
          </a:prstGeom>
        </p:spPr>
      </p:pic>
      <p:pic>
        <p:nvPicPr>
          <p:cNvPr id="11" name="圖片 10" descr="一張含有 文字, 數字, 平行, 螢幕擷取畫面 的圖片&#10;&#10;AI 產生的內容可能不正確。">
            <a:extLst>
              <a:ext uri="{FF2B5EF4-FFF2-40B4-BE49-F238E27FC236}">
                <a16:creationId xmlns:a16="http://schemas.microsoft.com/office/drawing/2014/main" id="{D4FC0564-92C9-F5F3-F63B-0E795A1B4C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37908" y="2148185"/>
            <a:ext cx="5222661" cy="44444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72940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9F0F04-EE37-E2ED-FA73-CE489CB443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 descr="一張含有 文字, 電子產品, 螢幕擷取畫面, 軟體 的圖片&#10;&#10;AI 產生的內容可能不正確。">
            <a:extLst>
              <a:ext uri="{FF2B5EF4-FFF2-40B4-BE49-F238E27FC236}">
                <a16:creationId xmlns:a16="http://schemas.microsoft.com/office/drawing/2014/main" id="{DF7A6C14-98D3-E01A-1EA8-4A5164447F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0528" y="0"/>
            <a:ext cx="9501472" cy="6858000"/>
          </a:xfrm>
          <a:prstGeom prst="rect">
            <a:avLst/>
          </a:prstGeom>
        </p:spPr>
      </p:pic>
      <p:pic>
        <p:nvPicPr>
          <p:cNvPr id="5" name="圖片 4" descr="一張含有 文字, 螢幕擷取畫面, 字型, 數字 的圖片&#10;&#10;AI 產生的內容可能不正確。">
            <a:extLst>
              <a:ext uri="{FF2B5EF4-FFF2-40B4-BE49-F238E27FC236}">
                <a16:creationId xmlns:a16="http://schemas.microsoft.com/office/drawing/2014/main" id="{9128DC74-E773-E579-FE63-CD99E35744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8478" y="900593"/>
            <a:ext cx="2216426" cy="1128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1927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489</TotalTime>
  <Words>113</Words>
  <Application>Microsoft Office PowerPoint</Application>
  <PresentationFormat>寬螢幕</PresentationFormat>
  <Paragraphs>24</Paragraphs>
  <Slides>11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11</vt:i4>
      </vt:variant>
    </vt:vector>
  </HeadingPairs>
  <TitlesOfParts>
    <vt:vector size="16" baseType="lpstr">
      <vt:lpstr>微軟正黑體</vt:lpstr>
      <vt:lpstr>Aptos</vt:lpstr>
      <vt:lpstr>Aptos Display</vt:lpstr>
      <vt:lpstr>Arial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博文 蕭</dc:creator>
  <cp:lastModifiedBy>博文 蕭</cp:lastModifiedBy>
  <cp:revision>11</cp:revision>
  <dcterms:created xsi:type="dcterms:W3CDTF">2026-01-18T09:17:50Z</dcterms:created>
  <dcterms:modified xsi:type="dcterms:W3CDTF">2026-01-31T16:38:42Z</dcterms:modified>
</cp:coreProperties>
</file>