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22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A0BAE6-029C-C637-200E-FA4845722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F172D00-C19D-4CC3-66C9-E81CF7227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4CBC81-390E-C263-CC5D-FEE93ECA6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FC8DE7-D33A-A187-3D0C-57C1CCEC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181D4F-AF70-968C-973C-C2F96C0E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4938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32C23B-E3B9-0789-F7FC-1D0647A0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E46210-EA1F-77BA-7CCC-1BAA76F6B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08AB12-FDD5-ED6B-F235-2875FB3B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603789-0BE5-A0A2-88CA-6DA92548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4D1DBE-9FCC-7652-4E5A-6AF0BCC0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15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6881B7-787D-45E0-199B-69BD49F4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8D1CAE-E950-6705-1F67-9BD5E7796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6C4FB5-7BFB-55C1-92EB-E415AF71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A36774-462C-44E5-BD98-17CB2A5C2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ED103A-C132-D2B1-0464-D3C4510D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48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11D81A-E4F4-D677-3CB1-C1C8C046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129FF5-8B39-D682-3A4B-9B0428B60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9AC10B-F5CE-703D-C141-7EA6D66C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C2E251-24B4-2035-0A2B-E6929652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DA6CBA-3949-57C6-9ED7-85DD119A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3893B8-54A5-FBA1-3100-EF7B2ABE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48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6D937A-D0DC-3E4A-BE5E-C3593CF1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292E03-7402-A864-6473-53D9779C2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0606EE-7458-FDEA-A2C3-9A70C273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36163BE-8B3D-2177-E4B9-ADDC20158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6AA9E2-D63D-2F3F-C71F-AFD7A4FE3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A082F9A-C30A-4936-4D09-C6418928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235DF70-3C49-0550-6267-25C5EED2D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11E26F9-D66B-228A-E552-CBAEF5CD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97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74710-F69C-34F4-6D08-B02B1167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2DF4094-F380-88A5-8A57-DBC707158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AACF0B7-5CC2-EC0E-C0B8-95C42806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3ED7CD-F71A-E756-1401-5E1CD3DC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51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4398E4-F33B-916C-B98B-7897BBD7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89A9000-FA8C-E1C1-59AD-5E5A2A58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CD8D22-0736-672A-A548-94FB5D45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245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8351CC-A1A9-6420-5E1C-FBBA3541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CF11D5-CF73-BF0E-BEFE-385761B8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5B9A3F-6B0A-133F-98E3-610F78529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203E03-0F1E-C61C-6280-300283D5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BAF399-2E5B-634B-B80F-6201D9D2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A4A711-56A3-7D88-9CA1-0122099D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9820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F3D2B9-61DD-5E1A-072F-4FC83F716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AFEC0A8-2BC6-AB50-70F3-9E4DF1FEE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57BFAB9-C4DB-AEDE-1BA0-E7CD6B46A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32BA00-C3CE-2B3C-39C4-02789AE0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BE7D5F-8A21-1F27-BF8C-D9BD8CB2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C258BF-0F4A-F418-FC3B-03441CA6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49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5B69C9-1E8B-C28E-48B8-EC44CCE66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468993D-31C2-2BE3-6AF3-806109259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518E73-22C2-E0D0-5599-6DA9BF83A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4162F9-E507-C092-1916-94A1B816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0E4643-B49D-6B37-79B5-DC6B1A54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59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DBACC3B-9AD1-442D-5F79-45641468E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0EFC36B-D9C9-B918-8064-405AF33E8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3D2A58-64B0-6B5E-89F4-6A2D4CE7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E67D57-BCDF-4885-F096-A37F96EA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1D71C6-CDDC-DE31-F826-6A4DD2D7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87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F03B134-EFD3-88EA-AD32-3727B332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B9E528-BE15-3411-6C50-7977076F8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1B78C5-4051-9695-16FA-2CEF574380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6850F-CFBA-60AB-7AE1-0F3404C96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57641E-B7F2-D673-4050-B2558660B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69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019E-B3D4-B0A8-7A01-CE299E93A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A460AF2-2B65-EA96-57FF-ADFA6085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65" y="437732"/>
            <a:ext cx="6820852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051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字型, 螢幕擷取畫面, 文件 的圖片&#10;&#10;AI 產生的內容可能不正確。">
            <a:extLst>
              <a:ext uri="{FF2B5EF4-FFF2-40B4-BE49-F238E27FC236}">
                <a16:creationId xmlns:a16="http://schemas.microsoft.com/office/drawing/2014/main" id="{EB38F052-8979-B0BA-ED98-CC747F175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69" y="2057208"/>
            <a:ext cx="6535062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5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8CD3-FB6A-AF69-5671-F97D73B4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代數, 螢幕擷取畫面 的圖片&#10;&#10;AI 產生的內容可能不正確。">
            <a:extLst>
              <a:ext uri="{FF2B5EF4-FFF2-40B4-BE49-F238E27FC236}">
                <a16:creationId xmlns:a16="http://schemas.microsoft.com/office/drawing/2014/main" id="{873F7763-6091-812F-309F-D3B40B47C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337" y="2223919"/>
            <a:ext cx="6811326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18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EE82-9A6B-037F-D320-44DF9388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AF0348F8-1089-E041-630E-B9B7CCFFB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922" y="164200"/>
            <a:ext cx="6296904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5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8F4E-EBEF-C1BC-7C37-5253C068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295BC1B3-D87E-45AA-3EFF-18F56E394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679" y="584438"/>
            <a:ext cx="6744641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1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80B0A-3119-5642-BFE3-080471CE5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C8B05C90-FC83-AD95-DC3A-787495D8B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95" y="471074"/>
            <a:ext cx="6697010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0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35E6F-C13D-BBFC-23F5-76BA8AF9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849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8D0D-11A2-1B6B-D065-A1D34F69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250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0</Words>
  <Application>Microsoft Office PowerPoint</Application>
  <PresentationFormat>寬螢幕</PresentationFormat>
  <Paragraphs>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8</cp:revision>
  <dcterms:created xsi:type="dcterms:W3CDTF">2026-01-18T09:17:50Z</dcterms:created>
  <dcterms:modified xsi:type="dcterms:W3CDTF">2026-01-18T15:15:04Z</dcterms:modified>
</cp:coreProperties>
</file>