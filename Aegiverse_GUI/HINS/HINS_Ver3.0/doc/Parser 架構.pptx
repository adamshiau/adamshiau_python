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6" r:id="rId12"/>
    <p:sldId id="26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2B4CCD-E4C9-C283-662C-608F477FC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A89F65-EA5A-DE7A-7D47-16F5C4B5A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079580-3111-E874-C888-CC8BAED9F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5428EC-B9E0-D4BB-881E-12574CAB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5038D0-9F41-2699-4C15-972AF223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71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FAE29-86AA-5A9D-7080-EABD31564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3F3DBE-C535-5889-1F1C-F156A5774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2C9C0B-E68D-2D56-14BA-105A9CB8A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EA3167-EB1B-11FD-CD5F-7F419E5E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461C9B-4B43-E988-7CAA-1A7391E5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EF7CF2-6B19-F759-D800-E1A54CC3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9EBD3E-FDC4-0604-C9C7-073C26003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561527-C76B-6B6F-E636-DD6E369E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19E306-845B-0F21-20B0-B435F3AB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1F1A8D-BB1C-4449-F053-94B09CEB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802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04E6D-EA99-2D0D-2116-E5BA3BFE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225473-E5D4-9905-2BD7-33D0BA466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40BDC7-03FF-1DB7-5E4B-3E1569176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1283A9-4FBF-B1FB-C541-3F8A3E735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0280E7-FBAA-673F-BEEA-D6504C08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8FB02E-0CA2-1CEE-B707-DFB4AB2D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163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9752EA-F7B2-C78D-E010-D13166A5E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269EAC1-2480-6364-F02D-940A7D25A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A8CDF57-08D7-02E5-D9CF-57040534E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B118F8A-AC50-2C51-261B-7C7C6AD23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F0689A-AAEB-D65D-DAF1-47DB99DE9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FEBE2B0-0EAE-AA72-81F9-79BB4CDA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C77B90B-87CE-144B-B500-7E0DF3A6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A3A8088-E520-FB50-70A9-F4E8B2EF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287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85E303-279A-846A-93F1-5109B387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2B00FF-B71F-BFCE-683B-65E13BDE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135D615-0D49-E068-9E5A-BED8E240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4AB7D1D-7AA4-F607-18C4-1BA4CAF3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204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4CD5509-83CF-53C6-B6F3-8FA7A258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A72D395-4C75-FC80-E03D-F67F6823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51A673-31DB-7395-4648-C8D49C1F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78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90CD7B-505F-5978-41AA-0B2FB3968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552CE0-6AC9-E2F4-7889-7259B48BD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EBCB79D-7E0D-0DD8-0791-169B00460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6C372D-7B2C-0B8D-EF59-758B82AF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2C4B0A-9A27-B44F-89E6-FE84ACE1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824BA5-E124-6DCA-24BB-FE1AF4D86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10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AF0AFE-EDB2-95A7-F586-60CEF44A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DDA08A7-3487-49E1-4951-15C4019517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0BDFE8-8386-8BB7-04DF-BFD6BB11D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13FD2F-0672-456C-4E5A-657A81062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3CA6A7-F42F-427E-3B86-D4958532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1C2B5E-2999-EF59-C756-A8C2D0DA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880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4E1451-71E2-2D14-99C5-1FDB5F41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0A7CBCF-E137-2033-5C81-28F7E372A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FCDD72-3984-0D49-974E-BB64EB27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2AAD3B-0D14-EA91-B6FB-3DA8676A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52F3A1-82AB-8CB6-EA28-FC0D5C72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46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DC59453-EF55-32B0-56D0-DE330011F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4F9DD22-E133-C32A-E0AA-21AE76B0E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0BE080-D7DB-B744-16AE-A60643C5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86E3D2-E61E-DA57-036D-05B0E359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AFB402-D626-180D-2259-CA1AD1C5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587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12E519D-1643-13C3-14A7-5E7CB15F1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1381E2-3655-6F1C-14DC-E4F40BD70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CBA9B9-5581-47C8-6D6D-EBEE2C70A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699C6-033D-459C-940F-CB3C41FDDD93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751CEC-D571-E709-3549-257D036C3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743047-F6D5-E95F-04BB-89443780D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4321A-C371-4D6D-9A6C-A8D13905BC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11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D191293-E6F1-682A-C6C4-43CAE9E7FA95}"/>
              </a:ext>
            </a:extLst>
          </p:cNvPr>
          <p:cNvSpPr txBox="1"/>
          <p:nvPr/>
        </p:nvSpPr>
        <p:spPr>
          <a:xfrm>
            <a:off x="618836" y="655782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總機 </a:t>
            </a:r>
            <a:r>
              <a:rPr lang="en-US" altLang="zh-TW" dirty="0"/>
              <a:t>-&gt; </a:t>
            </a:r>
            <a:r>
              <a:rPr lang="zh-TW" altLang="en-US" dirty="0"/>
              <a:t>分機 概念</a:t>
            </a:r>
          </a:p>
        </p:txBody>
      </p:sp>
      <p:pic>
        <p:nvPicPr>
          <p:cNvPr id="6" name="圖片 5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B5D51FF-BAE4-F5A4-B96B-D2474B1A3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617176"/>
            <a:ext cx="4772691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63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EDB4F-538B-4498-8A37-DAAB1020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8B2409B-CFE0-ED6F-AD54-6BE406FB9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99" y="2727237"/>
            <a:ext cx="7020905" cy="3324689"/>
          </a:xfrm>
          <a:prstGeom prst="rect">
            <a:avLst/>
          </a:prstGeom>
        </p:spPr>
      </p:pic>
      <p:pic>
        <p:nvPicPr>
          <p:cNvPr id="9" name="圖片 8" descr="一張含有 文字, 字型, 螢幕擷取畫面, 收據 的圖片&#10;&#10;AI 產生的內容可能不正確。">
            <a:extLst>
              <a:ext uri="{FF2B5EF4-FFF2-40B4-BE49-F238E27FC236}">
                <a16:creationId xmlns:a16="http://schemas.microsoft.com/office/drawing/2014/main" id="{A22F25EE-924E-E139-B837-81BF66281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99" y="0"/>
            <a:ext cx="6906589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569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79AE-1DE2-2D5A-6548-A96A5C14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BAD75D91-74FC-EF97-3237-B1D5D367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301" y="843684"/>
            <a:ext cx="6820852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6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CA89B-C5A1-EC3F-8A78-94B884B7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B0AE8DF-3E8D-B95A-C84F-35CEA99DD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553" y="423736"/>
            <a:ext cx="6186978" cy="3547900"/>
          </a:xfrm>
          <a:prstGeom prst="rect">
            <a:avLst/>
          </a:prstGeom>
        </p:spPr>
      </p:pic>
      <p:pic>
        <p:nvPicPr>
          <p:cNvPr id="5" name="圖片 4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51ED819C-53A1-26FB-5E08-911846160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553" y="3971636"/>
            <a:ext cx="5656972" cy="260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75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1DC40-D9DE-CBE2-4E9B-9DE5A363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2A726C96-63A9-D1B9-7FEF-F44107772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3" y="254122"/>
            <a:ext cx="5384935" cy="1975039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F814D4D-CFBE-37EE-5AA4-F0D772120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167" y="1403927"/>
            <a:ext cx="6276737" cy="533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80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CF2B-C9A6-19CB-9EDC-7AF4D54E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A953BB9D-C1CC-974D-BC69-33EF7C012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32" y="94785"/>
            <a:ext cx="6706536" cy="3334215"/>
          </a:xfrm>
          <a:prstGeom prst="rect">
            <a:avLst/>
          </a:prstGeom>
        </p:spPr>
      </p:pic>
      <p:pic>
        <p:nvPicPr>
          <p:cNvPr id="5" name="圖片 4" descr="一張含有 文字, 字型, 白色 的圖片&#10;&#10;AI 產生的內容可能不正確。">
            <a:extLst>
              <a:ext uri="{FF2B5EF4-FFF2-40B4-BE49-F238E27FC236}">
                <a16:creationId xmlns:a16="http://schemas.microsoft.com/office/drawing/2014/main" id="{12D8A63E-E9B0-BE93-8837-75F5E7F3F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732" y="3429000"/>
            <a:ext cx="493463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40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B23C2-BBA7-E856-6F09-82124A0B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7298530-3C1E-CCE8-0BA8-A1D82D0E2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556" y="151575"/>
            <a:ext cx="6830378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97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FB84-9515-AE85-44C2-08A162060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4F0245-4E72-85C3-ED3D-43E1955F9A0F}"/>
              </a:ext>
            </a:extLst>
          </p:cNvPr>
          <p:cNvSpPr/>
          <p:nvPr/>
        </p:nvSpPr>
        <p:spPr>
          <a:xfrm>
            <a:off x="3488634" y="347870"/>
            <a:ext cx="7961243" cy="29916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2F2EC28-23F8-8262-F41A-47F1935B61EE}"/>
              </a:ext>
            </a:extLst>
          </p:cNvPr>
          <p:cNvSpPr txBox="1"/>
          <p:nvPr/>
        </p:nvSpPr>
        <p:spPr>
          <a:xfrm>
            <a:off x="3488635" y="347870"/>
            <a:ext cx="1537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Hybrid reader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0518BB-525E-47F8-455F-336735D1E1ED}"/>
              </a:ext>
            </a:extLst>
          </p:cNvPr>
          <p:cNvSpPr txBox="1"/>
          <p:nvPr/>
        </p:nvSpPr>
        <p:spPr>
          <a:xfrm>
            <a:off x="3604005" y="874212"/>
            <a:ext cx="1327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6">
                    <a:lumMod val="50000"/>
                  </a:schemeClr>
                </a:solidFill>
              </a:rPr>
              <a:t>add_device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6A3FE7B-588C-B0F5-CC68-DDCE6CA417DE}"/>
              </a:ext>
            </a:extLst>
          </p:cNvPr>
          <p:cNvSpPr txBox="1"/>
          <p:nvPr/>
        </p:nvSpPr>
        <p:spPr>
          <a:xfrm>
            <a:off x="3604005" y="1243544"/>
            <a:ext cx="7378733" cy="203132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sub_readers{</a:t>
            </a:r>
          </a:p>
          <a:p>
            <a:r>
              <a:rPr lang="en-US" altLang="zh-TW" dirty="0"/>
              <a:t>reader_1</a:t>
            </a:r>
          </a:p>
          <a:p>
            <a:r>
              <a:rPr lang="en-US" altLang="zh-TW" dirty="0"/>
              <a:t>reader_2</a:t>
            </a:r>
          </a:p>
          <a:p>
            <a:r>
              <a:rPr lang="en-US" altLang="zh-TW" dirty="0"/>
              <a:t>reader_3}</a:t>
            </a:r>
          </a:p>
          <a:p>
            <a:r>
              <a:rPr lang="en-US" altLang="zh-TW" dirty="0" err="1"/>
              <a:t>self.dispatcher.add_parser</a:t>
            </a:r>
            <a:r>
              <a:rPr lang="en-US" altLang="zh-TW" dirty="0"/>
              <a:t>(reader_1.decoder, reader_1.handle_packet) 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CC685F-CBF7-9D64-6854-2FBBB67708EB}"/>
              </a:ext>
            </a:extLst>
          </p:cNvPr>
          <p:cNvSpPr/>
          <p:nvPr/>
        </p:nvSpPr>
        <p:spPr>
          <a:xfrm>
            <a:off x="1136373" y="3644201"/>
            <a:ext cx="7961243" cy="29916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753015F-1AEB-E292-A708-3BA05D82835F}"/>
              </a:ext>
            </a:extLst>
          </p:cNvPr>
          <p:cNvSpPr txBox="1"/>
          <p:nvPr/>
        </p:nvSpPr>
        <p:spPr>
          <a:xfrm>
            <a:off x="1289601" y="3708880"/>
            <a:ext cx="2314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dirty="0" err="1">
                <a:effectLst/>
                <a:latin typeface="JetBrains Mono"/>
              </a:rPr>
              <a:t>ProtocolDispatcher</a:t>
            </a:r>
            <a:endParaRPr lang="en-US" altLang="zh-TW" sz="1800" dirty="0">
              <a:effectLst/>
              <a:latin typeface="JetBrains Mono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CDCA0C3-1F9B-E403-25B0-AE5F88BB6CC8}"/>
              </a:ext>
            </a:extLst>
          </p:cNvPr>
          <p:cNvSpPr txBox="1"/>
          <p:nvPr/>
        </p:nvSpPr>
        <p:spPr>
          <a:xfrm>
            <a:off x="1241989" y="4109473"/>
            <a:ext cx="1312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solidFill>
                  <a:schemeClr val="accent6">
                    <a:lumMod val="50000"/>
                  </a:schemeClr>
                </a:solidFill>
              </a:rPr>
              <a:t>add_parser</a:t>
            </a:r>
            <a:endParaRPr lang="en-US" altLang="zh-TW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3DC937B-3AEE-1BAC-7D5E-6DC43DC5DFB5}"/>
              </a:ext>
            </a:extLst>
          </p:cNvPr>
          <p:cNvSpPr txBox="1"/>
          <p:nvPr/>
        </p:nvSpPr>
        <p:spPr>
          <a:xfrm>
            <a:off x="1241989" y="4478805"/>
            <a:ext cx="2246645" cy="203132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parsers{</a:t>
            </a:r>
          </a:p>
          <a:p>
            <a:r>
              <a:rPr lang="en-US" altLang="zh-TW" dirty="0"/>
              <a:t>[Parser1, callback1],</a:t>
            </a:r>
          </a:p>
          <a:p>
            <a:r>
              <a:rPr lang="en-US" altLang="zh-TW" dirty="0"/>
              <a:t>[Parser2, callback2],</a:t>
            </a:r>
          </a:p>
          <a:p>
            <a:r>
              <a:rPr lang="en-US" altLang="zh-TW" dirty="0"/>
              <a:t>[Parser3, callback3]</a:t>
            </a:r>
          </a:p>
          <a:p>
            <a:r>
              <a:rPr lang="en-US" altLang="zh-TW" dirty="0"/>
              <a:t>) 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65B59CB-7971-1431-A207-805A3179A81C}"/>
              </a:ext>
            </a:extLst>
          </p:cNvPr>
          <p:cNvSpPr txBox="1"/>
          <p:nvPr/>
        </p:nvSpPr>
        <p:spPr>
          <a:xfrm>
            <a:off x="5056117" y="4478804"/>
            <a:ext cx="2246645" cy="203132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parsers{</a:t>
            </a:r>
          </a:p>
          <a:p>
            <a:r>
              <a:rPr lang="en-US" altLang="zh-TW" dirty="0"/>
              <a:t>[Parser1, callback1],</a:t>
            </a:r>
          </a:p>
          <a:p>
            <a:r>
              <a:rPr lang="en-US" altLang="zh-TW" dirty="0"/>
              <a:t>[Parser2, callback2],</a:t>
            </a:r>
          </a:p>
          <a:p>
            <a:r>
              <a:rPr lang="en-US" altLang="zh-TW" dirty="0"/>
              <a:t>[Parser3, callback3]</a:t>
            </a:r>
          </a:p>
          <a:p>
            <a:r>
              <a:rPr lang="en-US" altLang="zh-TW" dirty="0"/>
              <a:t>) 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F03DAA4-5CAF-0A0E-8A33-780C7C8DDB7D}"/>
              </a:ext>
            </a:extLst>
          </p:cNvPr>
          <p:cNvSpPr txBox="1"/>
          <p:nvPr/>
        </p:nvSpPr>
        <p:spPr>
          <a:xfrm>
            <a:off x="5006593" y="4078212"/>
            <a:ext cx="123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solidFill>
                  <a:schemeClr val="accent6">
                    <a:lumMod val="50000"/>
                  </a:schemeClr>
                </a:solidFill>
              </a:rPr>
              <a:t>Feed_data</a:t>
            </a:r>
            <a:endParaRPr lang="en-US" altLang="zh-TW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31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8A23-3C47-76FC-E331-CAE69D47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B6880B-4659-48C4-46AC-403D66B0D977}"/>
              </a:ext>
            </a:extLst>
          </p:cNvPr>
          <p:cNvSpPr/>
          <p:nvPr/>
        </p:nvSpPr>
        <p:spPr>
          <a:xfrm>
            <a:off x="2534477" y="1490870"/>
            <a:ext cx="1401418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Decoder_1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7F3205-8199-E15B-2F27-C25D45F737B9}"/>
              </a:ext>
            </a:extLst>
          </p:cNvPr>
          <p:cNvSpPr/>
          <p:nvPr/>
        </p:nvSpPr>
        <p:spPr>
          <a:xfrm>
            <a:off x="4694582" y="1490870"/>
            <a:ext cx="1401418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Decoder_2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420AAF-24DD-99EA-C73F-4C6951774F10}"/>
              </a:ext>
            </a:extLst>
          </p:cNvPr>
          <p:cNvSpPr/>
          <p:nvPr/>
        </p:nvSpPr>
        <p:spPr>
          <a:xfrm>
            <a:off x="6854687" y="1490870"/>
            <a:ext cx="1401418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Decoder_3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1FDFD9-E6C9-3B2B-1ECB-49C1570F4D43}"/>
              </a:ext>
            </a:extLst>
          </p:cNvPr>
          <p:cNvSpPr/>
          <p:nvPr/>
        </p:nvSpPr>
        <p:spPr>
          <a:xfrm>
            <a:off x="2534477" y="2932043"/>
            <a:ext cx="5721628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Packet come ?</a:t>
            </a:r>
            <a:endParaRPr lang="zh-TW" altLang="en-US" dirty="0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68561954-D03F-0438-CDF6-9D3DC8F74259}"/>
              </a:ext>
            </a:extLst>
          </p:cNvPr>
          <p:cNvSpPr/>
          <p:nvPr/>
        </p:nvSpPr>
        <p:spPr>
          <a:xfrm>
            <a:off x="4436992" y="417443"/>
            <a:ext cx="1900032" cy="467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Raw data in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842A10C-DBC8-A90C-4207-3BB7A5A9EA26}"/>
              </a:ext>
            </a:extLst>
          </p:cNvPr>
          <p:cNvCxnSpPr>
            <a:stCxn id="16" idx="4"/>
            <a:endCxn id="3" idx="0"/>
          </p:cNvCxnSpPr>
          <p:nvPr/>
        </p:nvCxnSpPr>
        <p:spPr>
          <a:xfrm>
            <a:off x="5387008" y="884583"/>
            <a:ext cx="8283" cy="606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DD224A10-A519-D3D9-D562-79BFEA02A8A2}"/>
              </a:ext>
            </a:extLst>
          </p:cNvPr>
          <p:cNvCxnSpPr>
            <a:stCxn id="16" idx="4"/>
            <a:endCxn id="2" idx="0"/>
          </p:cNvCxnSpPr>
          <p:nvPr/>
        </p:nvCxnSpPr>
        <p:spPr>
          <a:xfrm rot="5400000">
            <a:off x="4007954" y="111815"/>
            <a:ext cx="606287" cy="215182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375BF2B1-D593-3777-9E99-ECBE96F4F1B0}"/>
              </a:ext>
            </a:extLst>
          </p:cNvPr>
          <p:cNvCxnSpPr>
            <a:stCxn id="16" idx="4"/>
            <a:endCxn id="4" idx="0"/>
          </p:cNvCxnSpPr>
          <p:nvPr/>
        </p:nvCxnSpPr>
        <p:spPr>
          <a:xfrm rot="16200000" flipH="1">
            <a:off x="6168059" y="103532"/>
            <a:ext cx="606287" cy="216838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8F2BE27-E141-0BDB-82FE-7928BF681FD1}"/>
              </a:ext>
            </a:extLst>
          </p:cNvPr>
          <p:cNvSpPr txBox="1"/>
          <p:nvPr/>
        </p:nvSpPr>
        <p:spPr>
          <a:xfrm>
            <a:off x="8553976" y="2865854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D79E91-E4A2-6723-3298-C46C49050381}"/>
              </a:ext>
            </a:extLst>
          </p:cNvPr>
          <p:cNvSpPr/>
          <p:nvPr/>
        </p:nvSpPr>
        <p:spPr>
          <a:xfrm>
            <a:off x="2534477" y="4373216"/>
            <a:ext cx="1401418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Decoder_1</a:t>
            </a:r>
            <a:endParaRPr lang="zh-TW" altLang="en-US" dirty="0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D64DD0A4-821C-213D-DFEF-FF56ADD839A8}"/>
              </a:ext>
            </a:extLst>
          </p:cNvPr>
          <p:cNvSpPr/>
          <p:nvPr/>
        </p:nvSpPr>
        <p:spPr>
          <a:xfrm>
            <a:off x="3180520" y="2932074"/>
            <a:ext cx="109331" cy="1192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0D0A6AD6-9DD5-E481-7E59-293CE4FB84DC}"/>
              </a:ext>
            </a:extLst>
          </p:cNvPr>
          <p:cNvCxnSpPr>
            <a:cxnSpLocks/>
            <a:stCxn id="2" idx="2"/>
            <a:endCxn id="32" idx="0"/>
          </p:cNvCxnSpPr>
          <p:nvPr/>
        </p:nvCxnSpPr>
        <p:spPr>
          <a:xfrm>
            <a:off x="3235186" y="2097157"/>
            <a:ext cx="0" cy="834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43FF69E9-79B7-6BD2-4CE4-7B7A09028C51}"/>
              </a:ext>
            </a:extLst>
          </p:cNvPr>
          <p:cNvSpPr/>
          <p:nvPr/>
        </p:nvSpPr>
        <p:spPr>
          <a:xfrm>
            <a:off x="7500730" y="2932043"/>
            <a:ext cx="109331" cy="1192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6208C43C-73DB-5233-BB6E-FB0E714E9283}"/>
              </a:ext>
            </a:extLst>
          </p:cNvPr>
          <p:cNvCxnSpPr>
            <a:stCxn id="4" idx="2"/>
            <a:endCxn id="36" idx="0"/>
          </p:cNvCxnSpPr>
          <p:nvPr/>
        </p:nvCxnSpPr>
        <p:spPr>
          <a:xfrm>
            <a:off x="7555396" y="2097157"/>
            <a:ext cx="0" cy="834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63ABEECC-78B3-E169-EA16-8897FEF38D48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5395291" y="2097157"/>
            <a:ext cx="0" cy="834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橢圓 42">
            <a:extLst>
              <a:ext uri="{FF2B5EF4-FFF2-40B4-BE49-F238E27FC236}">
                <a16:creationId xmlns:a16="http://schemas.microsoft.com/office/drawing/2014/main" id="{AC78A85B-A564-2F93-DDBB-1683CB7E7956}"/>
              </a:ext>
            </a:extLst>
          </p:cNvPr>
          <p:cNvSpPr/>
          <p:nvPr/>
        </p:nvSpPr>
        <p:spPr>
          <a:xfrm>
            <a:off x="3180519" y="3429000"/>
            <a:ext cx="109331" cy="1192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FD2CC43D-3CC5-BED4-D60D-5EEBA277A9C6}"/>
              </a:ext>
            </a:extLst>
          </p:cNvPr>
          <p:cNvCxnSpPr>
            <a:stCxn id="43" idx="4"/>
            <a:endCxn id="27" idx="0"/>
          </p:cNvCxnSpPr>
          <p:nvPr/>
        </p:nvCxnSpPr>
        <p:spPr>
          <a:xfrm>
            <a:off x="3235185" y="3548270"/>
            <a:ext cx="1" cy="82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5DB62710-4942-1C9B-9E86-12DBD15827FA}"/>
              </a:ext>
            </a:extLst>
          </p:cNvPr>
          <p:cNvSpPr/>
          <p:nvPr/>
        </p:nvSpPr>
        <p:spPr>
          <a:xfrm>
            <a:off x="4694582" y="4373215"/>
            <a:ext cx="1401418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Decoder_1</a:t>
            </a:r>
            <a:endParaRPr lang="zh-TW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F0319EC-C540-8888-FACB-6CB77C2884B9}"/>
              </a:ext>
            </a:extLst>
          </p:cNvPr>
          <p:cNvSpPr/>
          <p:nvPr/>
        </p:nvSpPr>
        <p:spPr>
          <a:xfrm>
            <a:off x="6858662" y="4373214"/>
            <a:ext cx="1401418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Decoder_1</a:t>
            </a:r>
            <a:endParaRPr lang="zh-TW" altLang="en-US" dirty="0"/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A4F64D78-C0CD-CAEB-12E4-11B2943113A8}"/>
              </a:ext>
            </a:extLst>
          </p:cNvPr>
          <p:cNvCxnSpPr>
            <a:stCxn id="5" idx="2"/>
            <a:endCxn id="46" idx="0"/>
          </p:cNvCxnSpPr>
          <p:nvPr/>
        </p:nvCxnSpPr>
        <p:spPr>
          <a:xfrm>
            <a:off x="5395291" y="3538330"/>
            <a:ext cx="0" cy="834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橢圓 49">
            <a:extLst>
              <a:ext uri="{FF2B5EF4-FFF2-40B4-BE49-F238E27FC236}">
                <a16:creationId xmlns:a16="http://schemas.microsoft.com/office/drawing/2014/main" id="{ED5D739E-8C60-F58B-655B-82CC309B9A10}"/>
              </a:ext>
            </a:extLst>
          </p:cNvPr>
          <p:cNvSpPr/>
          <p:nvPr/>
        </p:nvSpPr>
        <p:spPr>
          <a:xfrm>
            <a:off x="7500730" y="3419060"/>
            <a:ext cx="109331" cy="1192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07D734FA-38AA-8B83-83C3-6EA09D35746E}"/>
              </a:ext>
            </a:extLst>
          </p:cNvPr>
          <p:cNvCxnSpPr>
            <a:stCxn id="50" idx="4"/>
            <a:endCxn id="47" idx="0"/>
          </p:cNvCxnSpPr>
          <p:nvPr/>
        </p:nvCxnSpPr>
        <p:spPr>
          <a:xfrm>
            <a:off x="7555396" y="3538330"/>
            <a:ext cx="3975" cy="83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接點: 肘形 53">
            <a:extLst>
              <a:ext uri="{FF2B5EF4-FFF2-40B4-BE49-F238E27FC236}">
                <a16:creationId xmlns:a16="http://schemas.microsoft.com/office/drawing/2014/main" id="{0243F9FA-7E28-77E3-9347-8A8591C14285}"/>
              </a:ext>
            </a:extLst>
          </p:cNvPr>
          <p:cNvCxnSpPr>
            <a:stCxn id="5" idx="3"/>
            <a:endCxn id="16" idx="6"/>
          </p:cNvCxnSpPr>
          <p:nvPr/>
        </p:nvCxnSpPr>
        <p:spPr>
          <a:xfrm flipH="1" flipV="1">
            <a:off x="6337024" y="651013"/>
            <a:ext cx="1919081" cy="2584174"/>
          </a:xfrm>
          <a:prstGeom prst="bentConnector3">
            <a:avLst>
              <a:gd name="adj1" fmla="val -3414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244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3F1F1-E685-8D22-D158-0CED8697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9F4E6-7590-D1DD-BF9F-23892947B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714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FC985-9B1E-E1DD-ADB8-714831EFB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99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113</Words>
  <Application>Microsoft Office PowerPoint</Application>
  <PresentationFormat>寬螢幕</PresentationFormat>
  <Paragraphs>30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JetBrains Mono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9</cp:revision>
  <dcterms:created xsi:type="dcterms:W3CDTF">2026-01-31T06:04:48Z</dcterms:created>
  <dcterms:modified xsi:type="dcterms:W3CDTF">2026-01-31T13:45:10Z</dcterms:modified>
</cp:coreProperties>
</file>